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F2DE8C-5266-4807-AC9C-A74E8CBCC643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78A43-7FF4-4514-AA25-9695A53102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701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78A43-7FF4-4514-AA25-9695A53102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43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147DDD-CB03-EF87-8082-01085248B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DB0346-F269-EF48-D1BD-FE1456E51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2033D5-ADA4-99F6-6E99-361D5522D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5B02-C5E1-4EFA-84B2-F0179CF8BE48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D38ABB-E73B-CDBC-F288-88B43F68F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B11C3D-C917-0241-7A2D-2C9704DA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D5C0-D58B-43D5-AF67-A596E24CC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6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FB45D-0A47-B7DA-D85D-D883DB1C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B46404-01A5-6348-D120-EBA3C7BB7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6E541D-3B79-E2F4-BD6C-415ABFD35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5B02-C5E1-4EFA-84B2-F0179CF8BE48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F0D339-B6E4-4672-37D8-808595093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640401-FD29-79E7-1149-B5C798BD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D5C0-D58B-43D5-AF67-A596E24CC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17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0C472-4ACB-F693-33A1-A6582F1FC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804CF5-C766-2397-D3E3-8A2FD78AE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F53785-63D4-8BA5-7B17-0A9290E91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5B02-C5E1-4EFA-84B2-F0179CF8BE48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6E4813-0191-1DC2-9CC1-0339F710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00C8BE-0879-A298-DC0A-2DE4F9419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D5C0-D58B-43D5-AF67-A596E24CC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08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2B52C-45F0-7318-30C9-64A83BE56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630C38-D5B6-69CE-5852-CF04DAF48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A39491-09D6-7634-C3FF-428818A17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E10B93-0656-562F-11DF-A39B8B366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5B02-C5E1-4EFA-84B2-F0179CF8BE48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E71E1E-B210-1EC5-4C60-9B005506B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5901F7-9662-DE96-8AF8-726748B49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D5C0-D58B-43D5-AF67-A596E24CC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32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6A07C-E847-EB82-E733-CABA10DCF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DF24F0-3B8A-70CF-2813-B41BC3BEA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225FE3-4B0D-3ECF-0587-6517DF2C2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D5E21F5-A353-FD37-B354-CE31E1BED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388902C-232C-B58F-4A6E-181893C6D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2C1D780-72C3-46C9-93C1-CC1B7D795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5B02-C5E1-4EFA-84B2-F0179CF8BE48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33B1154-7004-EAAC-A884-9093D7527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2DA6C58-54FB-8D21-6F0F-54C8D77BA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D5C0-D58B-43D5-AF67-A596E24CC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6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81C1E-A465-D4AD-8135-75C93AADC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5C8CD13-2B90-2A40-E7B3-B3442AF9A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5B02-C5E1-4EFA-84B2-F0179CF8BE48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CC41911-509A-3BE1-067E-6C56ADB0E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6CCD2C-B896-582E-E90B-1F8AA25C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D5C0-D58B-43D5-AF67-A596E24CC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0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894CAA4-43F1-36D8-8FB9-9022439E6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5B02-C5E1-4EFA-84B2-F0179CF8BE48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6E44BC2-4307-FB4D-ADC4-1373589C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181F13-7344-2A6C-A508-DC4E98CC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D5C0-D58B-43D5-AF67-A596E24CC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83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59661-2907-5789-BE20-FD73E1790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9C1083-0FF2-5CC4-54A3-2C7BD85DC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C3EDB0-19D5-0601-221B-7F71128B5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004469-8C56-25EB-02FC-09A5A4F1F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5B02-C5E1-4EFA-84B2-F0179CF8BE48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1FB94C-BC56-7175-4F6E-F36F4AB98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DB2D33-70FF-CB4C-BC34-41C69ADB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D5C0-D58B-43D5-AF67-A596E24CC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24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7C2C3-6B20-48EF-C064-58236EE34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D20DC6B-E22F-80B4-0FC3-657B7A99EB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B4834B-A928-00DC-D18A-545F8A22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0B03F8-F550-6D0B-2983-E081B09E7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5B02-C5E1-4EFA-84B2-F0179CF8BE48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99CF2F-056D-77C1-97FF-1FBDF561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3BC7DA-95AF-96BC-27CD-170E545BA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D5C0-D58B-43D5-AF67-A596E24CC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82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65EF5-3979-4673-3D37-D67F73FBF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C3FDB4-D42F-DAC9-C13A-364817C27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7A0D73-95D3-6029-E98E-1EDFE2FD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5B02-C5E1-4EFA-84B2-F0179CF8BE48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4CC297-A7E3-2D5C-0F6F-5D2570A4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65E0F2-EA83-77F3-60B5-171B16DA3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D5C0-D58B-43D5-AF67-A596E24CC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11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C58E0B-396D-7980-541F-3E87EEAE62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DC654D-3D8F-9890-E3F8-484E5E56E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4147D1-94B1-ABE5-C8FF-FB7A4887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5B02-C5E1-4EFA-84B2-F0179CF8BE48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3CCD18-2172-EF26-4CDC-5BD1FB8BF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358C0F-61DA-C938-D612-40BF26E9D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D5C0-D58B-43D5-AF67-A596E24CC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19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532F49A-BD1D-8324-77DD-76E1CD944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E93BF0-A3A6-C951-1370-E0338E2FE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CB59CF-C02F-ED70-ACA8-B0A9E11DD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05B02-C5E1-4EFA-84B2-F0179CF8BE48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207C0F-4FC1-74F6-3664-2F8C2FB20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3AA6B1-C65A-FA61-4D40-0BBDE7A6FD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0D5C0-D58B-43D5-AF67-A596E24CC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5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DC3B5-9697-08A1-7EBF-69031FAD1D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Ejemplos de estimación del promedio de una población o la comparación de promedios de dos poblaciones</a:t>
            </a:r>
            <a:endParaRPr lang="en-US" sz="3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C917BB-C11C-222A-A514-6995AF4A92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Tomados</a:t>
            </a:r>
            <a:r>
              <a:rPr lang="en-US" dirty="0"/>
              <a:t> sin </a:t>
            </a:r>
            <a:r>
              <a:rPr lang="en-US" dirty="0" err="1"/>
              <a:t>permiso</a:t>
            </a:r>
            <a:r>
              <a:rPr lang="en-US" dirty="0"/>
              <a:t> con </a:t>
            </a:r>
            <a:r>
              <a:rPr lang="en-US" dirty="0" err="1"/>
              <a:t>propósitos</a:t>
            </a:r>
            <a:r>
              <a:rPr lang="en-US" dirty="0"/>
              <a:t> </a:t>
            </a:r>
            <a:r>
              <a:rPr lang="en-US" dirty="0" err="1"/>
              <a:t>estrictamente</a:t>
            </a:r>
            <a:r>
              <a:rPr lang="en-US" dirty="0"/>
              <a:t> </a:t>
            </a:r>
            <a:r>
              <a:rPr lang="en-US" dirty="0" err="1"/>
              <a:t>académicos</a:t>
            </a:r>
            <a:r>
              <a:rPr lang="en-US" dirty="0"/>
              <a:t> del </a:t>
            </a:r>
            <a:r>
              <a:rPr lang="en-US" dirty="0" err="1"/>
              <a:t>capítulo</a:t>
            </a:r>
            <a:r>
              <a:rPr lang="en-US" dirty="0"/>
              <a:t> 2 del  </a:t>
            </a:r>
            <a:r>
              <a:rPr lang="en-US" dirty="0" err="1"/>
              <a:t>libro</a:t>
            </a:r>
            <a:r>
              <a:rPr lang="en-US" dirty="0"/>
              <a:t> Design and Analysis of Experiments, Eighth Edition, Douglas Montgomery, 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226469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3E6EA5B-4147-C4DE-C1DD-73524A9169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307" t="16917" r="38145" b="21864"/>
          <a:stretch/>
        </p:blipFill>
        <p:spPr>
          <a:xfrm>
            <a:off x="2133601" y="284611"/>
            <a:ext cx="7039896" cy="628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588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2BDCF9C-8E3D-11B2-DCDA-1C1C91E651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26" t="29534" r="37984" b="10108"/>
          <a:stretch/>
        </p:blipFill>
        <p:spPr>
          <a:xfrm>
            <a:off x="2163095" y="344128"/>
            <a:ext cx="6725265" cy="629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63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2AA35D5-EC67-2EAB-B712-C3643421B3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177" t="18781" r="10645" b="11971"/>
          <a:stretch/>
        </p:blipFill>
        <p:spPr>
          <a:xfrm>
            <a:off x="3043084" y="230393"/>
            <a:ext cx="6105832" cy="639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33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45C4E47-4FCA-EFB2-1195-5037BBC603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339" t="26237" r="12016" b="16129"/>
          <a:stretch/>
        </p:blipFill>
        <p:spPr>
          <a:xfrm>
            <a:off x="2890682" y="216621"/>
            <a:ext cx="6774428" cy="616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780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CDAF6D3-4845-9226-6A33-B8EB1C3CAA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968" t="23226" r="39032" b="17993"/>
          <a:stretch/>
        </p:blipFill>
        <p:spPr>
          <a:xfrm>
            <a:off x="186812" y="265471"/>
            <a:ext cx="5506065" cy="520158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BF1602E-C7ED-5EED-F21D-7DD398214E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677" t="15054" r="12017" b="35484"/>
          <a:stretch/>
        </p:blipFill>
        <p:spPr>
          <a:xfrm>
            <a:off x="6096000" y="167146"/>
            <a:ext cx="5261287" cy="439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359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E307269-E3E7-D3A9-49A9-10B698ED0C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33" t="12616" r="41371" b="19139"/>
          <a:stretch/>
        </p:blipFill>
        <p:spPr>
          <a:xfrm>
            <a:off x="3254477" y="117986"/>
            <a:ext cx="5034117" cy="652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0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E307269-E3E7-D3A9-49A9-10B698ED0C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677" t="13046" r="8710" b="6809"/>
          <a:stretch/>
        </p:blipFill>
        <p:spPr>
          <a:xfrm>
            <a:off x="3224980" y="197158"/>
            <a:ext cx="4532672" cy="64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287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6922F-94C1-09ED-2EDC-AA872595CB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Ejercicios de tablas de contingencia	</a:t>
            </a:r>
            <a:endParaRPr lang="en-US" sz="3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CD2482-2C11-533B-09F5-03C6952C02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s-ES" dirty="0"/>
              <a:t>Tomados sin permiso con propósitos estrictamente académicos del libro titulado “</a:t>
            </a:r>
            <a:r>
              <a:rPr lang="en-US" sz="1800" b="0" i="0" u="none" strike="noStrike" baseline="0" dirty="0">
                <a:latin typeface="Kievit-Regular"/>
              </a:rPr>
              <a:t>Devore, Jay L. </a:t>
            </a:r>
            <a:r>
              <a:rPr lang="es-ES" sz="1800" b="0" i="1" u="none" strike="noStrike" baseline="0" dirty="0">
                <a:latin typeface="Kievit-RegularItalic"/>
              </a:rPr>
              <a:t>Probabilidad y estadística para ingeniería y ciencias, Octava edición, 2010</a:t>
            </a:r>
            <a:r>
              <a:rPr lang="es-ES" dirty="0"/>
              <a:t>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649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8766BEA-C4C9-EE8F-2E11-F78C98ECD3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468" t="31971" r="9274" b="20287"/>
          <a:stretch/>
        </p:blipFill>
        <p:spPr>
          <a:xfrm>
            <a:off x="1376516" y="599768"/>
            <a:ext cx="7993626" cy="576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001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AB4632A-C180-2DD2-218B-55D4D94044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71" t="23083" r="37016" b="11684"/>
          <a:stretch/>
        </p:blipFill>
        <p:spPr>
          <a:xfrm>
            <a:off x="2566218" y="235974"/>
            <a:ext cx="6508955" cy="610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23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2FA6B51-C9AE-96B2-A799-85DC62F3C4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12" t="29679" r="36775" b="30321"/>
          <a:stretch/>
        </p:blipFill>
        <p:spPr>
          <a:xfrm>
            <a:off x="1150374" y="206476"/>
            <a:ext cx="8740878" cy="502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254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ACF0CCC-67A7-23B9-8344-1DE03BC99A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46" t="18637" r="37258" b="30610"/>
          <a:stretch/>
        </p:blipFill>
        <p:spPr>
          <a:xfrm>
            <a:off x="1868129" y="275304"/>
            <a:ext cx="8249265" cy="594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6720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83</Words>
  <Application>Microsoft Office PowerPoint</Application>
  <PresentationFormat>Panorámica</PresentationFormat>
  <Paragraphs>5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Kievit-Regular</vt:lpstr>
      <vt:lpstr>Kievit-RegularItalic</vt:lpstr>
      <vt:lpstr>Tema de Office</vt:lpstr>
      <vt:lpstr>Ejemplos de estimación del promedio de una población o la comparación de promedios de dos poblaciones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Ejercicios de tablas de contingencia 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Ejemplos de estimación del promedio de una población o la comparación de promedios de dos poblaciones</dc:title>
  <dc:creator>Daniel Adyro Martínez Bello</dc:creator>
  <cp:lastModifiedBy>Daniel Adyro Martínez Bello</cp:lastModifiedBy>
  <cp:revision>2</cp:revision>
  <dcterms:created xsi:type="dcterms:W3CDTF">2024-04-18T16:37:51Z</dcterms:created>
  <dcterms:modified xsi:type="dcterms:W3CDTF">2024-04-19T18:06:34Z</dcterms:modified>
</cp:coreProperties>
</file>