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60" r:id="rId3"/>
    <p:sldId id="257" r:id="rId4"/>
    <p:sldId id="259" r:id="rId5"/>
    <p:sldId id="258" r:id="rId6"/>
    <p:sldId id="261" r:id="rId7"/>
    <p:sldId id="262" r:id="rId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1E1123-E9D9-4C41-BE29-E8F3C4228381}" type="datetimeFigureOut">
              <a:rPr lang="es-CO" smtClean="0"/>
              <a:t>23/05/2026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A35E63-8445-4DF0-90EF-D8AD515B8E98}" type="slidenum">
              <a:rPr lang="es-CO" smtClean="0"/>
              <a:t>‹Nº›</a:t>
            </a:fld>
            <a:endParaRPr lang="es-CO"/>
          </a:p>
        </p:txBody>
      </p:sp>
    </p:spTree>
    <p:extLst>
      <p:ext uri="{BB962C8B-B14F-4D97-AF65-F5344CB8AC3E}">
        <p14:creationId xmlns:p14="http://schemas.microsoft.com/office/powerpoint/2010/main" val="3743768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34A35E63-8445-4DF0-90EF-D8AD515B8E98}" type="slidenum">
              <a:rPr lang="es-CO" smtClean="0"/>
              <a:t>4</a:t>
            </a:fld>
            <a:endParaRPr lang="es-CO"/>
          </a:p>
        </p:txBody>
      </p:sp>
    </p:spTree>
    <p:extLst>
      <p:ext uri="{BB962C8B-B14F-4D97-AF65-F5344CB8AC3E}">
        <p14:creationId xmlns:p14="http://schemas.microsoft.com/office/powerpoint/2010/main" val="3723461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B7B038-E78C-4EC2-A2C4-9AD38418F3C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61E5C25A-E0EF-4E7E-9D7A-B33953D76E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22776C7-BC63-488B-8314-D583A9A329D0}"/>
              </a:ext>
            </a:extLst>
          </p:cNvPr>
          <p:cNvSpPr>
            <a:spLocks noGrp="1"/>
          </p:cNvSpPr>
          <p:nvPr>
            <p:ph type="dt" sz="half" idx="10"/>
          </p:nvPr>
        </p:nvSpPr>
        <p:spPr/>
        <p:txBody>
          <a:bodyPr/>
          <a:lstStyle/>
          <a:p>
            <a:fld id="{E0244E31-7139-4BEA-BAB5-C2CCCA934E40}" type="datetimeFigureOut">
              <a:rPr lang="es-CO" smtClean="0"/>
              <a:t>23/05/2026</a:t>
            </a:fld>
            <a:endParaRPr lang="es-CO"/>
          </a:p>
        </p:txBody>
      </p:sp>
      <p:sp>
        <p:nvSpPr>
          <p:cNvPr id="5" name="Marcador de pie de página 4">
            <a:extLst>
              <a:ext uri="{FF2B5EF4-FFF2-40B4-BE49-F238E27FC236}">
                <a16:creationId xmlns:a16="http://schemas.microsoft.com/office/drawing/2014/main" id="{0781D4C5-AA4E-4090-BE81-B1BBA3A27A2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0DB28C6-D6EE-4784-8A10-F9A49E740215}"/>
              </a:ext>
            </a:extLst>
          </p:cNvPr>
          <p:cNvSpPr>
            <a:spLocks noGrp="1"/>
          </p:cNvSpPr>
          <p:nvPr>
            <p:ph type="sldNum" sz="quarter" idx="12"/>
          </p:nvPr>
        </p:nvSpPr>
        <p:spPr/>
        <p:txBody>
          <a:bodyPr/>
          <a:lstStyle/>
          <a:p>
            <a:fld id="{C7AC855C-04FC-4F1F-BE31-8830414901E0}" type="slidenum">
              <a:rPr lang="es-CO" smtClean="0"/>
              <a:t>‹Nº›</a:t>
            </a:fld>
            <a:endParaRPr lang="es-CO"/>
          </a:p>
        </p:txBody>
      </p:sp>
    </p:spTree>
    <p:extLst>
      <p:ext uri="{BB962C8B-B14F-4D97-AF65-F5344CB8AC3E}">
        <p14:creationId xmlns:p14="http://schemas.microsoft.com/office/powerpoint/2010/main" val="757078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5DA101-6D6E-40D0-9FEE-3049444AF9F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4E7783C-1D2F-40FC-9631-63FE8D6F3C5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E615E7D-6E0C-4C6B-AB07-BF73DE305E8D}"/>
              </a:ext>
            </a:extLst>
          </p:cNvPr>
          <p:cNvSpPr>
            <a:spLocks noGrp="1"/>
          </p:cNvSpPr>
          <p:nvPr>
            <p:ph type="dt" sz="half" idx="10"/>
          </p:nvPr>
        </p:nvSpPr>
        <p:spPr/>
        <p:txBody>
          <a:bodyPr/>
          <a:lstStyle/>
          <a:p>
            <a:fld id="{E0244E31-7139-4BEA-BAB5-C2CCCA934E40}" type="datetimeFigureOut">
              <a:rPr lang="es-CO" smtClean="0"/>
              <a:t>23/05/2026</a:t>
            </a:fld>
            <a:endParaRPr lang="es-CO"/>
          </a:p>
        </p:txBody>
      </p:sp>
      <p:sp>
        <p:nvSpPr>
          <p:cNvPr id="5" name="Marcador de pie de página 4">
            <a:extLst>
              <a:ext uri="{FF2B5EF4-FFF2-40B4-BE49-F238E27FC236}">
                <a16:creationId xmlns:a16="http://schemas.microsoft.com/office/drawing/2014/main" id="{BC3CF340-316D-40BF-9272-B804C34F1C5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86D4C9F-7BEF-41EC-82E4-85FF266A69C9}"/>
              </a:ext>
            </a:extLst>
          </p:cNvPr>
          <p:cNvSpPr>
            <a:spLocks noGrp="1"/>
          </p:cNvSpPr>
          <p:nvPr>
            <p:ph type="sldNum" sz="quarter" idx="12"/>
          </p:nvPr>
        </p:nvSpPr>
        <p:spPr/>
        <p:txBody>
          <a:bodyPr/>
          <a:lstStyle/>
          <a:p>
            <a:fld id="{C7AC855C-04FC-4F1F-BE31-8830414901E0}" type="slidenum">
              <a:rPr lang="es-CO" smtClean="0"/>
              <a:t>‹Nº›</a:t>
            </a:fld>
            <a:endParaRPr lang="es-CO"/>
          </a:p>
        </p:txBody>
      </p:sp>
    </p:spTree>
    <p:extLst>
      <p:ext uri="{BB962C8B-B14F-4D97-AF65-F5344CB8AC3E}">
        <p14:creationId xmlns:p14="http://schemas.microsoft.com/office/powerpoint/2010/main" val="4158147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1BAA9D-A599-4CC0-B4D3-D4D1362FF3F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239AC5D-CDEC-41B7-BB89-2A0159C9F5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187C474-0B47-498C-B95A-3A8D004E64C9}"/>
              </a:ext>
            </a:extLst>
          </p:cNvPr>
          <p:cNvSpPr>
            <a:spLocks noGrp="1"/>
          </p:cNvSpPr>
          <p:nvPr>
            <p:ph type="dt" sz="half" idx="10"/>
          </p:nvPr>
        </p:nvSpPr>
        <p:spPr/>
        <p:txBody>
          <a:bodyPr/>
          <a:lstStyle/>
          <a:p>
            <a:fld id="{E0244E31-7139-4BEA-BAB5-C2CCCA934E40}" type="datetimeFigureOut">
              <a:rPr lang="es-CO" smtClean="0"/>
              <a:t>23/05/2026</a:t>
            </a:fld>
            <a:endParaRPr lang="es-CO"/>
          </a:p>
        </p:txBody>
      </p:sp>
      <p:sp>
        <p:nvSpPr>
          <p:cNvPr id="5" name="Marcador de pie de página 4">
            <a:extLst>
              <a:ext uri="{FF2B5EF4-FFF2-40B4-BE49-F238E27FC236}">
                <a16:creationId xmlns:a16="http://schemas.microsoft.com/office/drawing/2014/main" id="{103E6E8A-7AC2-4A5E-847F-02A098A3465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AD0D297-77E5-49F6-9EE6-06CA04273102}"/>
              </a:ext>
            </a:extLst>
          </p:cNvPr>
          <p:cNvSpPr>
            <a:spLocks noGrp="1"/>
          </p:cNvSpPr>
          <p:nvPr>
            <p:ph type="sldNum" sz="quarter" idx="12"/>
          </p:nvPr>
        </p:nvSpPr>
        <p:spPr/>
        <p:txBody>
          <a:bodyPr/>
          <a:lstStyle/>
          <a:p>
            <a:fld id="{C7AC855C-04FC-4F1F-BE31-8830414901E0}" type="slidenum">
              <a:rPr lang="es-CO" smtClean="0"/>
              <a:t>‹Nº›</a:t>
            </a:fld>
            <a:endParaRPr lang="es-CO"/>
          </a:p>
        </p:txBody>
      </p:sp>
    </p:spTree>
    <p:extLst>
      <p:ext uri="{BB962C8B-B14F-4D97-AF65-F5344CB8AC3E}">
        <p14:creationId xmlns:p14="http://schemas.microsoft.com/office/powerpoint/2010/main" val="1514795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2F0B21-FE6A-44A5-934D-BE5364657BC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B7369E4-FC3D-44C5-8D49-9B3DAE35DAE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57F7F6CD-E9F4-463E-85FD-A3B21F09E60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3713D6C4-C41F-4D75-9CB6-52BF01D66879}"/>
              </a:ext>
            </a:extLst>
          </p:cNvPr>
          <p:cNvSpPr>
            <a:spLocks noGrp="1"/>
          </p:cNvSpPr>
          <p:nvPr>
            <p:ph type="dt" sz="half" idx="10"/>
          </p:nvPr>
        </p:nvSpPr>
        <p:spPr/>
        <p:txBody>
          <a:bodyPr/>
          <a:lstStyle/>
          <a:p>
            <a:fld id="{E0244E31-7139-4BEA-BAB5-C2CCCA934E40}" type="datetimeFigureOut">
              <a:rPr lang="es-CO" smtClean="0"/>
              <a:t>23/05/2026</a:t>
            </a:fld>
            <a:endParaRPr lang="es-CO"/>
          </a:p>
        </p:txBody>
      </p:sp>
      <p:sp>
        <p:nvSpPr>
          <p:cNvPr id="6" name="Marcador de pie de página 5">
            <a:extLst>
              <a:ext uri="{FF2B5EF4-FFF2-40B4-BE49-F238E27FC236}">
                <a16:creationId xmlns:a16="http://schemas.microsoft.com/office/drawing/2014/main" id="{4268E013-1BB6-4B47-8A73-68A148762DF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D6CCCC-CB33-463F-8509-41786E54DE4F}"/>
              </a:ext>
            </a:extLst>
          </p:cNvPr>
          <p:cNvSpPr>
            <a:spLocks noGrp="1"/>
          </p:cNvSpPr>
          <p:nvPr>
            <p:ph type="sldNum" sz="quarter" idx="12"/>
          </p:nvPr>
        </p:nvSpPr>
        <p:spPr/>
        <p:txBody>
          <a:bodyPr/>
          <a:lstStyle/>
          <a:p>
            <a:fld id="{C7AC855C-04FC-4F1F-BE31-8830414901E0}" type="slidenum">
              <a:rPr lang="es-CO" smtClean="0"/>
              <a:t>‹Nº›</a:t>
            </a:fld>
            <a:endParaRPr lang="es-CO"/>
          </a:p>
        </p:txBody>
      </p:sp>
    </p:spTree>
    <p:extLst>
      <p:ext uri="{BB962C8B-B14F-4D97-AF65-F5344CB8AC3E}">
        <p14:creationId xmlns:p14="http://schemas.microsoft.com/office/powerpoint/2010/main" val="1200177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D58365-07BE-45A9-8EA3-5A3A162CFDE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BC0119F8-AA72-423F-B25A-7FD632371E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CF0A7FD-AB92-43B9-BC1E-A0A88EC0909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7ADB4704-E26A-4927-BE65-42C5F17467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D279A17-37BB-46C3-A085-E957C9E99A6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B8671B7-4ECD-45C3-9914-2CB3291A8EAA}"/>
              </a:ext>
            </a:extLst>
          </p:cNvPr>
          <p:cNvSpPr>
            <a:spLocks noGrp="1"/>
          </p:cNvSpPr>
          <p:nvPr>
            <p:ph type="dt" sz="half" idx="10"/>
          </p:nvPr>
        </p:nvSpPr>
        <p:spPr/>
        <p:txBody>
          <a:bodyPr/>
          <a:lstStyle/>
          <a:p>
            <a:fld id="{E0244E31-7139-4BEA-BAB5-C2CCCA934E40}" type="datetimeFigureOut">
              <a:rPr lang="es-CO" smtClean="0"/>
              <a:t>23/05/2026</a:t>
            </a:fld>
            <a:endParaRPr lang="es-CO"/>
          </a:p>
        </p:txBody>
      </p:sp>
      <p:sp>
        <p:nvSpPr>
          <p:cNvPr id="8" name="Marcador de pie de página 7">
            <a:extLst>
              <a:ext uri="{FF2B5EF4-FFF2-40B4-BE49-F238E27FC236}">
                <a16:creationId xmlns:a16="http://schemas.microsoft.com/office/drawing/2014/main" id="{2146B466-5545-450C-B2EB-B3FFC393E754}"/>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2F13324F-EA3A-4AE5-AEE3-CEAFE86227F9}"/>
              </a:ext>
            </a:extLst>
          </p:cNvPr>
          <p:cNvSpPr>
            <a:spLocks noGrp="1"/>
          </p:cNvSpPr>
          <p:nvPr>
            <p:ph type="sldNum" sz="quarter" idx="12"/>
          </p:nvPr>
        </p:nvSpPr>
        <p:spPr/>
        <p:txBody>
          <a:bodyPr/>
          <a:lstStyle/>
          <a:p>
            <a:fld id="{C7AC855C-04FC-4F1F-BE31-8830414901E0}" type="slidenum">
              <a:rPr lang="es-CO" smtClean="0"/>
              <a:t>‹Nº›</a:t>
            </a:fld>
            <a:endParaRPr lang="es-CO"/>
          </a:p>
        </p:txBody>
      </p:sp>
    </p:spTree>
    <p:extLst>
      <p:ext uri="{BB962C8B-B14F-4D97-AF65-F5344CB8AC3E}">
        <p14:creationId xmlns:p14="http://schemas.microsoft.com/office/powerpoint/2010/main" val="1870137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5B74FA-687A-4AC6-B47E-CB2B3E183C1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D492BD69-1F05-435B-84D5-DB3AE66CB3FA}"/>
              </a:ext>
            </a:extLst>
          </p:cNvPr>
          <p:cNvSpPr>
            <a:spLocks noGrp="1"/>
          </p:cNvSpPr>
          <p:nvPr>
            <p:ph type="dt" sz="half" idx="10"/>
          </p:nvPr>
        </p:nvSpPr>
        <p:spPr/>
        <p:txBody>
          <a:bodyPr/>
          <a:lstStyle/>
          <a:p>
            <a:fld id="{E0244E31-7139-4BEA-BAB5-C2CCCA934E40}" type="datetimeFigureOut">
              <a:rPr lang="es-CO" smtClean="0"/>
              <a:t>23/05/2026</a:t>
            </a:fld>
            <a:endParaRPr lang="es-CO"/>
          </a:p>
        </p:txBody>
      </p:sp>
      <p:sp>
        <p:nvSpPr>
          <p:cNvPr id="4" name="Marcador de pie de página 3">
            <a:extLst>
              <a:ext uri="{FF2B5EF4-FFF2-40B4-BE49-F238E27FC236}">
                <a16:creationId xmlns:a16="http://schemas.microsoft.com/office/drawing/2014/main" id="{DDE09517-0C55-461C-9370-E113B5139CC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7AD93236-34BF-446C-AC7E-405E01A3445B}"/>
              </a:ext>
            </a:extLst>
          </p:cNvPr>
          <p:cNvSpPr>
            <a:spLocks noGrp="1"/>
          </p:cNvSpPr>
          <p:nvPr>
            <p:ph type="sldNum" sz="quarter" idx="12"/>
          </p:nvPr>
        </p:nvSpPr>
        <p:spPr/>
        <p:txBody>
          <a:bodyPr/>
          <a:lstStyle/>
          <a:p>
            <a:fld id="{C7AC855C-04FC-4F1F-BE31-8830414901E0}" type="slidenum">
              <a:rPr lang="es-CO" smtClean="0"/>
              <a:t>‹Nº›</a:t>
            </a:fld>
            <a:endParaRPr lang="es-CO"/>
          </a:p>
        </p:txBody>
      </p:sp>
    </p:spTree>
    <p:extLst>
      <p:ext uri="{BB962C8B-B14F-4D97-AF65-F5344CB8AC3E}">
        <p14:creationId xmlns:p14="http://schemas.microsoft.com/office/powerpoint/2010/main" val="2595699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D93C79A-85FB-49EA-8FF0-C1B81DC4A264}"/>
              </a:ext>
            </a:extLst>
          </p:cNvPr>
          <p:cNvSpPr>
            <a:spLocks noGrp="1"/>
          </p:cNvSpPr>
          <p:nvPr>
            <p:ph type="dt" sz="half" idx="10"/>
          </p:nvPr>
        </p:nvSpPr>
        <p:spPr/>
        <p:txBody>
          <a:bodyPr/>
          <a:lstStyle/>
          <a:p>
            <a:fld id="{E0244E31-7139-4BEA-BAB5-C2CCCA934E40}" type="datetimeFigureOut">
              <a:rPr lang="es-CO" smtClean="0"/>
              <a:t>23/05/2026</a:t>
            </a:fld>
            <a:endParaRPr lang="es-CO"/>
          </a:p>
        </p:txBody>
      </p:sp>
      <p:sp>
        <p:nvSpPr>
          <p:cNvPr id="3" name="Marcador de pie de página 2">
            <a:extLst>
              <a:ext uri="{FF2B5EF4-FFF2-40B4-BE49-F238E27FC236}">
                <a16:creationId xmlns:a16="http://schemas.microsoft.com/office/drawing/2014/main" id="{FA224609-E1EC-4EB1-B346-5B9C6CC0E98B}"/>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56DB90EF-4E33-4361-92A5-054D6380BFA3}"/>
              </a:ext>
            </a:extLst>
          </p:cNvPr>
          <p:cNvSpPr>
            <a:spLocks noGrp="1"/>
          </p:cNvSpPr>
          <p:nvPr>
            <p:ph type="sldNum" sz="quarter" idx="12"/>
          </p:nvPr>
        </p:nvSpPr>
        <p:spPr/>
        <p:txBody>
          <a:bodyPr/>
          <a:lstStyle/>
          <a:p>
            <a:fld id="{C7AC855C-04FC-4F1F-BE31-8830414901E0}" type="slidenum">
              <a:rPr lang="es-CO" smtClean="0"/>
              <a:t>‹Nº›</a:t>
            </a:fld>
            <a:endParaRPr lang="es-CO"/>
          </a:p>
        </p:txBody>
      </p:sp>
    </p:spTree>
    <p:extLst>
      <p:ext uri="{BB962C8B-B14F-4D97-AF65-F5344CB8AC3E}">
        <p14:creationId xmlns:p14="http://schemas.microsoft.com/office/powerpoint/2010/main" val="895581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22DCB0-9574-4FE1-92B8-7B619C480F4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BD98D47-0144-4317-8AD4-64BFB5B9C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1EED6909-5802-47A4-96CA-A2842DF15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75D720D-D62A-491F-848B-246142660F69}"/>
              </a:ext>
            </a:extLst>
          </p:cNvPr>
          <p:cNvSpPr>
            <a:spLocks noGrp="1"/>
          </p:cNvSpPr>
          <p:nvPr>
            <p:ph type="dt" sz="half" idx="10"/>
          </p:nvPr>
        </p:nvSpPr>
        <p:spPr/>
        <p:txBody>
          <a:bodyPr/>
          <a:lstStyle/>
          <a:p>
            <a:fld id="{E0244E31-7139-4BEA-BAB5-C2CCCA934E40}" type="datetimeFigureOut">
              <a:rPr lang="es-CO" smtClean="0"/>
              <a:t>23/05/2026</a:t>
            </a:fld>
            <a:endParaRPr lang="es-CO"/>
          </a:p>
        </p:txBody>
      </p:sp>
      <p:sp>
        <p:nvSpPr>
          <p:cNvPr id="6" name="Marcador de pie de página 5">
            <a:extLst>
              <a:ext uri="{FF2B5EF4-FFF2-40B4-BE49-F238E27FC236}">
                <a16:creationId xmlns:a16="http://schemas.microsoft.com/office/drawing/2014/main" id="{9B420377-6482-4F3F-B211-42038E87FCD0}"/>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F702826-2135-40BD-B732-63C8ADA6AFDC}"/>
              </a:ext>
            </a:extLst>
          </p:cNvPr>
          <p:cNvSpPr>
            <a:spLocks noGrp="1"/>
          </p:cNvSpPr>
          <p:nvPr>
            <p:ph type="sldNum" sz="quarter" idx="12"/>
          </p:nvPr>
        </p:nvSpPr>
        <p:spPr/>
        <p:txBody>
          <a:bodyPr/>
          <a:lstStyle/>
          <a:p>
            <a:fld id="{C7AC855C-04FC-4F1F-BE31-8830414901E0}" type="slidenum">
              <a:rPr lang="es-CO" smtClean="0"/>
              <a:t>‹Nº›</a:t>
            </a:fld>
            <a:endParaRPr lang="es-CO"/>
          </a:p>
        </p:txBody>
      </p:sp>
    </p:spTree>
    <p:extLst>
      <p:ext uri="{BB962C8B-B14F-4D97-AF65-F5344CB8AC3E}">
        <p14:creationId xmlns:p14="http://schemas.microsoft.com/office/powerpoint/2010/main" val="2472324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DC66D1-6482-47C8-BAE0-84612A2D5CD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28CFE678-DDE6-496B-A1EB-21B4CFAE71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1240BFE-9CD9-4C4E-9F3E-7BF221982D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A32C57A-D584-498B-A771-FC51A1B820F1}"/>
              </a:ext>
            </a:extLst>
          </p:cNvPr>
          <p:cNvSpPr>
            <a:spLocks noGrp="1"/>
          </p:cNvSpPr>
          <p:nvPr>
            <p:ph type="dt" sz="half" idx="10"/>
          </p:nvPr>
        </p:nvSpPr>
        <p:spPr/>
        <p:txBody>
          <a:bodyPr/>
          <a:lstStyle/>
          <a:p>
            <a:fld id="{E0244E31-7139-4BEA-BAB5-C2CCCA934E40}" type="datetimeFigureOut">
              <a:rPr lang="es-CO" smtClean="0"/>
              <a:t>23/05/2026</a:t>
            </a:fld>
            <a:endParaRPr lang="es-CO"/>
          </a:p>
        </p:txBody>
      </p:sp>
      <p:sp>
        <p:nvSpPr>
          <p:cNvPr id="6" name="Marcador de pie de página 5">
            <a:extLst>
              <a:ext uri="{FF2B5EF4-FFF2-40B4-BE49-F238E27FC236}">
                <a16:creationId xmlns:a16="http://schemas.microsoft.com/office/drawing/2014/main" id="{D747C1D3-4B72-4361-BC91-6589C1A9FC00}"/>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E0234B9-142D-4FEF-B789-9F67D9F54DB7}"/>
              </a:ext>
            </a:extLst>
          </p:cNvPr>
          <p:cNvSpPr>
            <a:spLocks noGrp="1"/>
          </p:cNvSpPr>
          <p:nvPr>
            <p:ph type="sldNum" sz="quarter" idx="12"/>
          </p:nvPr>
        </p:nvSpPr>
        <p:spPr/>
        <p:txBody>
          <a:bodyPr/>
          <a:lstStyle/>
          <a:p>
            <a:fld id="{C7AC855C-04FC-4F1F-BE31-8830414901E0}" type="slidenum">
              <a:rPr lang="es-CO" smtClean="0"/>
              <a:t>‹Nº›</a:t>
            </a:fld>
            <a:endParaRPr lang="es-CO"/>
          </a:p>
        </p:txBody>
      </p:sp>
    </p:spTree>
    <p:extLst>
      <p:ext uri="{BB962C8B-B14F-4D97-AF65-F5344CB8AC3E}">
        <p14:creationId xmlns:p14="http://schemas.microsoft.com/office/powerpoint/2010/main" val="401433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871AA2-00AB-4C27-892C-C87B60D22F5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F1681AB-F236-40AB-8ABE-9E2E7F6C92B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B7F4049-2484-4645-80E4-F99D28452510}"/>
              </a:ext>
            </a:extLst>
          </p:cNvPr>
          <p:cNvSpPr>
            <a:spLocks noGrp="1"/>
          </p:cNvSpPr>
          <p:nvPr>
            <p:ph type="dt" sz="half" idx="10"/>
          </p:nvPr>
        </p:nvSpPr>
        <p:spPr/>
        <p:txBody>
          <a:bodyPr/>
          <a:lstStyle/>
          <a:p>
            <a:fld id="{E0244E31-7139-4BEA-BAB5-C2CCCA934E40}" type="datetimeFigureOut">
              <a:rPr lang="es-CO" smtClean="0"/>
              <a:t>23/05/2026</a:t>
            </a:fld>
            <a:endParaRPr lang="es-CO"/>
          </a:p>
        </p:txBody>
      </p:sp>
      <p:sp>
        <p:nvSpPr>
          <p:cNvPr id="5" name="Marcador de pie de página 4">
            <a:extLst>
              <a:ext uri="{FF2B5EF4-FFF2-40B4-BE49-F238E27FC236}">
                <a16:creationId xmlns:a16="http://schemas.microsoft.com/office/drawing/2014/main" id="{726ED65E-A0D6-42C8-9FC0-1F8E1621D26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C82C84C-A9ED-4746-9EB5-14869271D2A2}"/>
              </a:ext>
            </a:extLst>
          </p:cNvPr>
          <p:cNvSpPr>
            <a:spLocks noGrp="1"/>
          </p:cNvSpPr>
          <p:nvPr>
            <p:ph type="sldNum" sz="quarter" idx="12"/>
          </p:nvPr>
        </p:nvSpPr>
        <p:spPr/>
        <p:txBody>
          <a:bodyPr/>
          <a:lstStyle/>
          <a:p>
            <a:fld id="{C7AC855C-04FC-4F1F-BE31-8830414901E0}" type="slidenum">
              <a:rPr lang="es-CO" smtClean="0"/>
              <a:t>‹Nº›</a:t>
            </a:fld>
            <a:endParaRPr lang="es-CO"/>
          </a:p>
        </p:txBody>
      </p:sp>
    </p:spTree>
    <p:extLst>
      <p:ext uri="{BB962C8B-B14F-4D97-AF65-F5344CB8AC3E}">
        <p14:creationId xmlns:p14="http://schemas.microsoft.com/office/powerpoint/2010/main" val="847357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2B7AE81-4FB9-4F66-9D43-7B084119DD5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046A7B3-C0B8-4C17-A1BE-3C0FDD8E649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DE83939-D03D-42D9-A667-58FEB1EB378D}"/>
              </a:ext>
            </a:extLst>
          </p:cNvPr>
          <p:cNvSpPr>
            <a:spLocks noGrp="1"/>
          </p:cNvSpPr>
          <p:nvPr>
            <p:ph type="dt" sz="half" idx="10"/>
          </p:nvPr>
        </p:nvSpPr>
        <p:spPr/>
        <p:txBody>
          <a:bodyPr/>
          <a:lstStyle/>
          <a:p>
            <a:fld id="{E0244E31-7139-4BEA-BAB5-C2CCCA934E40}" type="datetimeFigureOut">
              <a:rPr lang="es-CO" smtClean="0"/>
              <a:t>23/05/2026</a:t>
            </a:fld>
            <a:endParaRPr lang="es-CO"/>
          </a:p>
        </p:txBody>
      </p:sp>
      <p:sp>
        <p:nvSpPr>
          <p:cNvPr id="5" name="Marcador de pie de página 4">
            <a:extLst>
              <a:ext uri="{FF2B5EF4-FFF2-40B4-BE49-F238E27FC236}">
                <a16:creationId xmlns:a16="http://schemas.microsoft.com/office/drawing/2014/main" id="{843AFDC7-6DF8-4DB0-AEA8-CF893122455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F051307-9143-43BF-9546-91D0387E6ABE}"/>
              </a:ext>
            </a:extLst>
          </p:cNvPr>
          <p:cNvSpPr>
            <a:spLocks noGrp="1"/>
          </p:cNvSpPr>
          <p:nvPr>
            <p:ph type="sldNum" sz="quarter" idx="12"/>
          </p:nvPr>
        </p:nvSpPr>
        <p:spPr/>
        <p:txBody>
          <a:bodyPr/>
          <a:lstStyle/>
          <a:p>
            <a:fld id="{C7AC855C-04FC-4F1F-BE31-8830414901E0}" type="slidenum">
              <a:rPr lang="es-CO" smtClean="0"/>
              <a:t>‹Nº›</a:t>
            </a:fld>
            <a:endParaRPr lang="es-CO"/>
          </a:p>
        </p:txBody>
      </p:sp>
    </p:spTree>
    <p:extLst>
      <p:ext uri="{BB962C8B-B14F-4D97-AF65-F5344CB8AC3E}">
        <p14:creationId xmlns:p14="http://schemas.microsoft.com/office/powerpoint/2010/main" val="450259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38A2E4-7A90-44A3-8437-78A22460CA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BD80E3C-5DF4-4BB3-87F5-FD82D9C298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51C6551-02FD-46C5-B323-5EA280CA65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244E31-7139-4BEA-BAB5-C2CCCA934E40}" type="datetimeFigureOut">
              <a:rPr lang="es-CO" smtClean="0"/>
              <a:t>23/05/2026</a:t>
            </a:fld>
            <a:endParaRPr lang="es-CO"/>
          </a:p>
        </p:txBody>
      </p:sp>
      <p:sp>
        <p:nvSpPr>
          <p:cNvPr id="5" name="Marcador de pie de página 4">
            <a:extLst>
              <a:ext uri="{FF2B5EF4-FFF2-40B4-BE49-F238E27FC236}">
                <a16:creationId xmlns:a16="http://schemas.microsoft.com/office/drawing/2014/main" id="{77B2D970-F38A-4518-B27B-C14A58B76C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F0DFDABA-BB71-4CB5-BE9F-7008D69D53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AC855C-04FC-4F1F-BE31-8830414901E0}" type="slidenum">
              <a:rPr lang="es-CO" smtClean="0"/>
              <a:t>‹Nº›</a:t>
            </a:fld>
            <a:endParaRPr lang="es-CO"/>
          </a:p>
        </p:txBody>
      </p:sp>
    </p:spTree>
    <p:extLst>
      <p:ext uri="{BB962C8B-B14F-4D97-AF65-F5344CB8AC3E}">
        <p14:creationId xmlns:p14="http://schemas.microsoft.com/office/powerpoint/2010/main" val="3661285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AB2649A-C47A-4DA0-B958-298CE3FD471B}"/>
              </a:ext>
            </a:extLst>
          </p:cNvPr>
          <p:cNvPicPr>
            <a:picLocks noChangeAspect="1"/>
          </p:cNvPicPr>
          <p:nvPr/>
        </p:nvPicPr>
        <p:blipFill rotWithShape="1">
          <a:blip r:embed="rId2"/>
          <a:srcRect l="10743" t="23604" r="50000" b="10991"/>
          <a:stretch/>
        </p:blipFill>
        <p:spPr>
          <a:xfrm>
            <a:off x="1816443" y="185351"/>
            <a:ext cx="6623221" cy="6207132"/>
          </a:xfrm>
          <a:prstGeom prst="rect">
            <a:avLst/>
          </a:prstGeom>
        </p:spPr>
      </p:pic>
    </p:spTree>
    <p:extLst>
      <p:ext uri="{BB962C8B-B14F-4D97-AF65-F5344CB8AC3E}">
        <p14:creationId xmlns:p14="http://schemas.microsoft.com/office/powerpoint/2010/main" val="912519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189A439-59B7-4E99-A17F-B72EC587B3EE}"/>
              </a:ext>
            </a:extLst>
          </p:cNvPr>
          <p:cNvPicPr>
            <a:picLocks noChangeAspect="1"/>
          </p:cNvPicPr>
          <p:nvPr/>
        </p:nvPicPr>
        <p:blipFill rotWithShape="1">
          <a:blip r:embed="rId2"/>
          <a:srcRect l="11048" t="28469" r="50000" b="24504"/>
          <a:stretch/>
        </p:blipFill>
        <p:spPr>
          <a:xfrm>
            <a:off x="2174791" y="105031"/>
            <a:ext cx="6723362" cy="4565821"/>
          </a:xfrm>
          <a:prstGeom prst="rect">
            <a:avLst/>
          </a:prstGeom>
        </p:spPr>
      </p:pic>
      <p:pic>
        <p:nvPicPr>
          <p:cNvPr id="4" name="Imagen 3">
            <a:extLst>
              <a:ext uri="{FF2B5EF4-FFF2-40B4-BE49-F238E27FC236}">
                <a16:creationId xmlns:a16="http://schemas.microsoft.com/office/drawing/2014/main" id="{20649617-AE3A-4658-859D-4807F5541834}"/>
              </a:ext>
            </a:extLst>
          </p:cNvPr>
          <p:cNvPicPr>
            <a:picLocks noChangeAspect="1"/>
          </p:cNvPicPr>
          <p:nvPr/>
        </p:nvPicPr>
        <p:blipFill rotWithShape="1">
          <a:blip r:embed="rId3"/>
          <a:srcRect l="50000" t="36757" r="14155" b="40541"/>
          <a:stretch/>
        </p:blipFill>
        <p:spPr>
          <a:xfrm>
            <a:off x="2388974" y="4461223"/>
            <a:ext cx="5877694" cy="2094034"/>
          </a:xfrm>
          <a:prstGeom prst="rect">
            <a:avLst/>
          </a:prstGeom>
        </p:spPr>
      </p:pic>
    </p:spTree>
    <p:extLst>
      <p:ext uri="{BB962C8B-B14F-4D97-AF65-F5344CB8AC3E}">
        <p14:creationId xmlns:p14="http://schemas.microsoft.com/office/powerpoint/2010/main" val="3734244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2B0830C-997A-44C8-AB81-39FEC17D9043}"/>
              </a:ext>
            </a:extLst>
          </p:cNvPr>
          <p:cNvPicPr>
            <a:picLocks noChangeAspect="1"/>
          </p:cNvPicPr>
          <p:nvPr/>
        </p:nvPicPr>
        <p:blipFill rotWithShape="1">
          <a:blip r:embed="rId2"/>
          <a:srcRect l="10439" t="23243" r="50000" b="23243"/>
          <a:stretch/>
        </p:blipFill>
        <p:spPr>
          <a:xfrm>
            <a:off x="1618737" y="413951"/>
            <a:ext cx="7925078" cy="6030097"/>
          </a:xfrm>
          <a:prstGeom prst="rect">
            <a:avLst/>
          </a:prstGeom>
        </p:spPr>
      </p:pic>
    </p:spTree>
    <p:extLst>
      <p:ext uri="{BB962C8B-B14F-4D97-AF65-F5344CB8AC3E}">
        <p14:creationId xmlns:p14="http://schemas.microsoft.com/office/powerpoint/2010/main" val="3788698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05CE4AF-A15D-458E-8EA7-DF7F173607C8}"/>
              </a:ext>
            </a:extLst>
          </p:cNvPr>
          <p:cNvPicPr>
            <a:picLocks noChangeAspect="1"/>
          </p:cNvPicPr>
          <p:nvPr/>
        </p:nvPicPr>
        <p:blipFill rotWithShape="1">
          <a:blip r:embed="rId3"/>
          <a:srcRect l="10642" t="22342" r="51960" b="12859"/>
          <a:stretch/>
        </p:blipFill>
        <p:spPr>
          <a:xfrm>
            <a:off x="2557852" y="210065"/>
            <a:ext cx="6820930" cy="6647936"/>
          </a:xfrm>
          <a:prstGeom prst="rect">
            <a:avLst/>
          </a:prstGeom>
        </p:spPr>
      </p:pic>
    </p:spTree>
    <p:extLst>
      <p:ext uri="{BB962C8B-B14F-4D97-AF65-F5344CB8AC3E}">
        <p14:creationId xmlns:p14="http://schemas.microsoft.com/office/powerpoint/2010/main" val="2708691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2E77B28-7C16-48DB-971D-AA3D72768855}"/>
              </a:ext>
            </a:extLst>
          </p:cNvPr>
          <p:cNvPicPr>
            <a:picLocks noChangeAspect="1"/>
          </p:cNvPicPr>
          <p:nvPr/>
        </p:nvPicPr>
        <p:blipFill rotWithShape="1">
          <a:blip r:embed="rId2"/>
          <a:srcRect l="10844" t="22523" r="51352" b="15135"/>
          <a:stretch/>
        </p:blipFill>
        <p:spPr>
          <a:xfrm>
            <a:off x="2446639" y="247134"/>
            <a:ext cx="6462585" cy="5994783"/>
          </a:xfrm>
          <a:prstGeom prst="rect">
            <a:avLst/>
          </a:prstGeom>
        </p:spPr>
      </p:pic>
    </p:spTree>
    <p:extLst>
      <p:ext uri="{BB962C8B-B14F-4D97-AF65-F5344CB8AC3E}">
        <p14:creationId xmlns:p14="http://schemas.microsoft.com/office/powerpoint/2010/main" val="1868328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A2C967A-E8C9-4E42-9511-A1FB9B63200A}"/>
              </a:ext>
            </a:extLst>
          </p:cNvPr>
          <p:cNvPicPr>
            <a:picLocks noChangeAspect="1"/>
          </p:cNvPicPr>
          <p:nvPr/>
        </p:nvPicPr>
        <p:blipFill rotWithShape="1">
          <a:blip r:embed="rId2"/>
          <a:srcRect l="48547" t="29910" r="11520" b="6306"/>
          <a:stretch/>
        </p:blipFill>
        <p:spPr>
          <a:xfrm>
            <a:off x="1779375" y="12356"/>
            <a:ext cx="7488195" cy="6727971"/>
          </a:xfrm>
          <a:prstGeom prst="rect">
            <a:avLst/>
          </a:prstGeom>
        </p:spPr>
      </p:pic>
    </p:spTree>
    <p:extLst>
      <p:ext uri="{BB962C8B-B14F-4D97-AF65-F5344CB8AC3E}">
        <p14:creationId xmlns:p14="http://schemas.microsoft.com/office/powerpoint/2010/main" val="1304286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3AA38A5B-6741-5AA8-4783-324F4C89A187}"/>
              </a:ext>
            </a:extLst>
          </p:cNvPr>
          <p:cNvGraphicFramePr>
            <a:graphicFrameLocks noGrp="1"/>
          </p:cNvGraphicFramePr>
          <p:nvPr>
            <p:extLst>
              <p:ext uri="{D42A27DB-BD31-4B8C-83A1-F6EECF244321}">
                <p14:modId xmlns:p14="http://schemas.microsoft.com/office/powerpoint/2010/main" val="4153214818"/>
              </p:ext>
            </p:extLst>
          </p:nvPr>
        </p:nvGraphicFramePr>
        <p:xfrm>
          <a:off x="6096000" y="835406"/>
          <a:ext cx="5745480" cy="4989330"/>
        </p:xfrm>
        <a:graphic>
          <a:graphicData uri="http://schemas.openxmlformats.org/drawingml/2006/table">
            <a:tbl>
              <a:tblPr>
                <a:tableStyleId>{5C22544A-7EE6-4342-B048-85BDC9FD1C3A}</a:tableStyleId>
              </a:tblPr>
              <a:tblGrid>
                <a:gridCol w="1004133">
                  <a:extLst>
                    <a:ext uri="{9D8B030D-6E8A-4147-A177-3AD203B41FA5}">
                      <a16:colId xmlns:a16="http://schemas.microsoft.com/office/drawing/2014/main" val="2251075606"/>
                    </a:ext>
                  </a:extLst>
                </a:gridCol>
                <a:gridCol w="1262237">
                  <a:extLst>
                    <a:ext uri="{9D8B030D-6E8A-4147-A177-3AD203B41FA5}">
                      <a16:colId xmlns:a16="http://schemas.microsoft.com/office/drawing/2014/main" val="3822369002"/>
                    </a:ext>
                  </a:extLst>
                </a:gridCol>
                <a:gridCol w="1315273">
                  <a:extLst>
                    <a:ext uri="{9D8B030D-6E8A-4147-A177-3AD203B41FA5}">
                      <a16:colId xmlns:a16="http://schemas.microsoft.com/office/drawing/2014/main" val="1916822179"/>
                    </a:ext>
                  </a:extLst>
                </a:gridCol>
                <a:gridCol w="862706">
                  <a:extLst>
                    <a:ext uri="{9D8B030D-6E8A-4147-A177-3AD203B41FA5}">
                      <a16:colId xmlns:a16="http://schemas.microsoft.com/office/drawing/2014/main" val="2090005307"/>
                    </a:ext>
                  </a:extLst>
                </a:gridCol>
                <a:gridCol w="1301131">
                  <a:extLst>
                    <a:ext uri="{9D8B030D-6E8A-4147-A177-3AD203B41FA5}">
                      <a16:colId xmlns:a16="http://schemas.microsoft.com/office/drawing/2014/main" val="1819855608"/>
                    </a:ext>
                  </a:extLst>
                </a:gridCol>
              </a:tblGrid>
              <a:tr h="293490">
                <a:tc>
                  <a:txBody>
                    <a:bodyPr/>
                    <a:lstStyle/>
                    <a:p>
                      <a:pPr algn="ctr" fontAlgn="b"/>
                      <a:r>
                        <a:rPr lang="es-CO" sz="1600" u="none" strike="noStrike" dirty="0">
                          <a:effectLst/>
                        </a:rPr>
                        <a:t>Amonio(%)</a:t>
                      </a:r>
                      <a:endParaRPr lang="es-CO"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dirty="0">
                          <a:effectLst/>
                        </a:rPr>
                        <a:t>Agitado (RPM)</a:t>
                      </a:r>
                      <a:endParaRPr lang="es-CO"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Temperatura ©</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Densidad</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Area superficie</a:t>
                      </a:r>
                      <a:endParaRPr lang="es-CO"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22668059"/>
                  </a:ext>
                </a:extLst>
              </a:tr>
              <a:tr h="293490">
                <a:tc>
                  <a:txBody>
                    <a:bodyPr/>
                    <a:lstStyle/>
                    <a:p>
                      <a:pPr algn="ctr" rtl="0" fontAlgn="ctr"/>
                      <a:r>
                        <a:rPr lang="es-CO" sz="1600" u="none" strike="noStrike" dirty="0">
                          <a:effectLst/>
                        </a:rPr>
                        <a:t>2</a:t>
                      </a:r>
                      <a:endParaRPr lang="es-CO"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dirty="0">
                          <a:effectLst/>
                        </a:rPr>
                        <a:t>100</a:t>
                      </a:r>
                      <a:endParaRPr lang="es-CO"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8</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14.68</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0.4</a:t>
                      </a:r>
                      <a:endParaRPr lang="es-CO"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46306457"/>
                  </a:ext>
                </a:extLst>
              </a:tr>
              <a:tr h="293490">
                <a:tc>
                  <a:txBody>
                    <a:bodyPr/>
                    <a:lstStyle/>
                    <a:p>
                      <a:pPr algn="ctr" rtl="0" fontAlgn="ctr"/>
                      <a:r>
                        <a:rPr lang="es-CO" sz="1600" u="none" strike="noStrike">
                          <a:effectLst/>
                        </a:rPr>
                        <a:t>2</a:t>
                      </a:r>
                      <a:endParaRPr lang="es-CO" sz="16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dirty="0">
                          <a:effectLst/>
                        </a:rPr>
                        <a:t>100</a:t>
                      </a:r>
                      <a:endParaRPr lang="es-CO"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8</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15.18</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0.43</a:t>
                      </a:r>
                      <a:endParaRPr lang="es-CO"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45464257"/>
                  </a:ext>
                </a:extLst>
              </a:tr>
              <a:tr h="293490">
                <a:tc>
                  <a:txBody>
                    <a:bodyPr/>
                    <a:lstStyle/>
                    <a:p>
                      <a:pPr algn="ctr" rtl="0" fontAlgn="ctr"/>
                      <a:r>
                        <a:rPr lang="es-CO" sz="1600" u="none" strike="noStrike">
                          <a:effectLst/>
                        </a:rPr>
                        <a:t>30</a:t>
                      </a:r>
                      <a:endParaRPr lang="es-CO" sz="16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dirty="0">
                          <a:effectLst/>
                        </a:rPr>
                        <a:t>100</a:t>
                      </a:r>
                      <a:endParaRPr lang="es-CO"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8</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15.12</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0.42</a:t>
                      </a:r>
                      <a:endParaRPr lang="es-CO"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551860808"/>
                  </a:ext>
                </a:extLst>
              </a:tr>
              <a:tr h="293490">
                <a:tc>
                  <a:txBody>
                    <a:bodyPr/>
                    <a:lstStyle/>
                    <a:p>
                      <a:pPr algn="ctr" rtl="0" fontAlgn="ctr"/>
                      <a:r>
                        <a:rPr lang="es-CO" sz="1600" u="none" strike="noStrike">
                          <a:effectLst/>
                        </a:rPr>
                        <a:t>30</a:t>
                      </a:r>
                      <a:endParaRPr lang="es-CO" sz="16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a:effectLst/>
                        </a:rPr>
                        <a:t>100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8</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17.48</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0.41</a:t>
                      </a:r>
                      <a:endParaRPr lang="es-CO"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873551996"/>
                  </a:ext>
                </a:extLst>
              </a:tr>
              <a:tr h="293490">
                <a:tc>
                  <a:txBody>
                    <a:bodyPr/>
                    <a:lstStyle/>
                    <a:p>
                      <a:pPr algn="ctr" rtl="0" fontAlgn="ctr"/>
                      <a:r>
                        <a:rPr lang="es-CO" sz="1600" u="none" strike="noStrike">
                          <a:effectLst/>
                        </a:rPr>
                        <a:t>2</a:t>
                      </a:r>
                      <a:endParaRPr lang="es-CO" sz="1600" b="0" i="0" u="none" strike="noStrike">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dirty="0">
                          <a:effectLst/>
                        </a:rPr>
                        <a:t>150</a:t>
                      </a:r>
                      <a:endParaRPr lang="es-CO"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8</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7.54</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0.69</a:t>
                      </a:r>
                      <a:endParaRPr lang="es-CO"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32299822"/>
                  </a:ext>
                </a:extLst>
              </a:tr>
              <a:tr h="293490">
                <a:tc>
                  <a:txBody>
                    <a:bodyPr/>
                    <a:lstStyle/>
                    <a:p>
                      <a:pPr algn="ctr" rtl="0" fontAlgn="ctr"/>
                      <a:r>
                        <a:rPr lang="es-CO" sz="1600" u="none" strike="noStrike" dirty="0">
                          <a:effectLst/>
                        </a:rPr>
                        <a:t>2</a:t>
                      </a:r>
                      <a:endParaRPr lang="es-CO"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a:effectLst/>
                        </a:rPr>
                        <a:t>150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dirty="0">
                          <a:effectLst/>
                        </a:rPr>
                        <a:t>8</a:t>
                      </a:r>
                      <a:endParaRPr lang="es-CO"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6.66</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dirty="0">
                          <a:effectLst/>
                        </a:rPr>
                        <a:t>0.67</a:t>
                      </a:r>
                      <a:endParaRPr lang="es-CO"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99052595"/>
                  </a:ext>
                </a:extLst>
              </a:tr>
              <a:tr h="293490">
                <a:tc>
                  <a:txBody>
                    <a:bodyPr/>
                    <a:lstStyle/>
                    <a:p>
                      <a:pPr algn="ctr" rtl="0" fontAlgn="ctr"/>
                      <a:r>
                        <a:rPr lang="es-CO" sz="1600" u="none" strike="noStrike" dirty="0">
                          <a:effectLst/>
                        </a:rPr>
                        <a:t>30</a:t>
                      </a:r>
                      <a:endParaRPr lang="es-CO"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a:effectLst/>
                        </a:rPr>
                        <a:t>150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8</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12.46</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0.52</a:t>
                      </a:r>
                      <a:endParaRPr lang="es-CO"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638084747"/>
                  </a:ext>
                </a:extLst>
              </a:tr>
              <a:tr h="293490">
                <a:tc>
                  <a:txBody>
                    <a:bodyPr/>
                    <a:lstStyle/>
                    <a:p>
                      <a:pPr algn="ctr" rtl="0" fontAlgn="ctr"/>
                      <a:r>
                        <a:rPr lang="es-CO" sz="1600" u="none" strike="noStrike" dirty="0">
                          <a:effectLst/>
                        </a:rPr>
                        <a:t>30</a:t>
                      </a:r>
                      <a:endParaRPr lang="es-CO"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a:effectLst/>
                        </a:rPr>
                        <a:t>150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dirty="0">
                          <a:effectLst/>
                        </a:rPr>
                        <a:t>8</a:t>
                      </a:r>
                      <a:endParaRPr lang="es-CO"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12.62</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0.36</a:t>
                      </a:r>
                      <a:endParaRPr lang="es-CO"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12769858"/>
                  </a:ext>
                </a:extLst>
              </a:tr>
              <a:tr h="293490">
                <a:tc>
                  <a:txBody>
                    <a:bodyPr/>
                    <a:lstStyle/>
                    <a:p>
                      <a:pPr algn="ctr" rtl="0" fontAlgn="ctr"/>
                      <a:r>
                        <a:rPr lang="es-CO" sz="1600" u="none" strike="noStrike" dirty="0">
                          <a:effectLst/>
                        </a:rPr>
                        <a:t>2</a:t>
                      </a:r>
                      <a:endParaRPr lang="es-CO"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a:effectLst/>
                        </a:rPr>
                        <a:t>100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40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10.95</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0.58</a:t>
                      </a:r>
                      <a:endParaRPr lang="es-CO"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45022683"/>
                  </a:ext>
                </a:extLst>
              </a:tr>
              <a:tr h="293490">
                <a:tc>
                  <a:txBody>
                    <a:bodyPr/>
                    <a:lstStyle/>
                    <a:p>
                      <a:pPr algn="ctr" rtl="0" fontAlgn="ctr"/>
                      <a:r>
                        <a:rPr lang="es-CO" sz="1600" u="none" strike="noStrike" dirty="0">
                          <a:effectLst/>
                        </a:rPr>
                        <a:t>2</a:t>
                      </a:r>
                      <a:endParaRPr lang="es-CO"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a:effectLst/>
                        </a:rPr>
                        <a:t>100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40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dirty="0">
                          <a:effectLst/>
                        </a:rPr>
                        <a:t>17.68</a:t>
                      </a:r>
                      <a:endParaRPr lang="es-CO"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0.43</a:t>
                      </a:r>
                      <a:endParaRPr lang="es-CO" sz="16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070166597"/>
                  </a:ext>
                </a:extLst>
              </a:tr>
              <a:tr h="293490">
                <a:tc>
                  <a:txBody>
                    <a:bodyPr/>
                    <a:lstStyle/>
                    <a:p>
                      <a:pPr algn="ctr" rtl="0" fontAlgn="ctr"/>
                      <a:r>
                        <a:rPr lang="es-CO" sz="1600" u="none" strike="noStrike" dirty="0">
                          <a:effectLst/>
                        </a:rPr>
                        <a:t>30</a:t>
                      </a:r>
                      <a:endParaRPr lang="es-CO"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a:effectLst/>
                        </a:rPr>
                        <a:t>100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40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12.65</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dirty="0">
                          <a:effectLst/>
                        </a:rPr>
                        <a:t>0.57</a:t>
                      </a:r>
                      <a:endParaRPr lang="es-CO"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40226215"/>
                  </a:ext>
                </a:extLst>
              </a:tr>
              <a:tr h="293490">
                <a:tc>
                  <a:txBody>
                    <a:bodyPr/>
                    <a:lstStyle/>
                    <a:p>
                      <a:pPr algn="ctr" rtl="0" fontAlgn="ctr"/>
                      <a:r>
                        <a:rPr lang="es-CO" sz="1600" u="none" strike="noStrike" dirty="0">
                          <a:effectLst/>
                        </a:rPr>
                        <a:t>30</a:t>
                      </a:r>
                      <a:endParaRPr lang="es-CO"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a:effectLst/>
                        </a:rPr>
                        <a:t>100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40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15.96</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dirty="0">
                          <a:effectLst/>
                        </a:rPr>
                        <a:t>0.54</a:t>
                      </a:r>
                      <a:endParaRPr lang="es-CO"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23633659"/>
                  </a:ext>
                </a:extLst>
              </a:tr>
              <a:tr h="293490">
                <a:tc>
                  <a:txBody>
                    <a:bodyPr/>
                    <a:lstStyle/>
                    <a:p>
                      <a:pPr algn="ctr" rtl="0" fontAlgn="ctr"/>
                      <a:r>
                        <a:rPr lang="es-CO" sz="1600" u="none" strike="noStrike" dirty="0">
                          <a:effectLst/>
                        </a:rPr>
                        <a:t>2</a:t>
                      </a:r>
                      <a:endParaRPr lang="es-CO"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a:effectLst/>
                        </a:rPr>
                        <a:t>150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40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8.03</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dirty="0">
                          <a:effectLst/>
                        </a:rPr>
                        <a:t>0.68</a:t>
                      </a:r>
                      <a:endParaRPr lang="es-CO"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73653225"/>
                  </a:ext>
                </a:extLst>
              </a:tr>
              <a:tr h="293490">
                <a:tc>
                  <a:txBody>
                    <a:bodyPr/>
                    <a:lstStyle/>
                    <a:p>
                      <a:pPr algn="ctr" rtl="0" fontAlgn="ctr"/>
                      <a:r>
                        <a:rPr lang="es-CO" sz="1600" u="none" strike="noStrike" dirty="0">
                          <a:effectLst/>
                        </a:rPr>
                        <a:t>2</a:t>
                      </a:r>
                      <a:endParaRPr lang="es-CO"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a:effectLst/>
                        </a:rPr>
                        <a:t>150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40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8.84</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dirty="0">
                          <a:effectLst/>
                        </a:rPr>
                        <a:t>0.75</a:t>
                      </a:r>
                      <a:endParaRPr lang="es-CO"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35141629"/>
                  </a:ext>
                </a:extLst>
              </a:tr>
              <a:tr h="293490">
                <a:tc>
                  <a:txBody>
                    <a:bodyPr/>
                    <a:lstStyle/>
                    <a:p>
                      <a:pPr algn="ctr" rtl="0" fontAlgn="ctr"/>
                      <a:r>
                        <a:rPr lang="es-CO" sz="1600" u="none" strike="noStrike" dirty="0">
                          <a:effectLst/>
                        </a:rPr>
                        <a:t>30</a:t>
                      </a:r>
                      <a:endParaRPr lang="es-CO" sz="1600" b="0"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b"/>
                      <a:r>
                        <a:rPr lang="es-CO" sz="1600" u="none" strike="noStrike">
                          <a:effectLst/>
                        </a:rPr>
                        <a:t>150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40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14.96</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dirty="0">
                          <a:effectLst/>
                        </a:rPr>
                        <a:t>0.41</a:t>
                      </a:r>
                      <a:endParaRPr lang="es-CO"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52174819"/>
                  </a:ext>
                </a:extLst>
              </a:tr>
              <a:tr h="293490">
                <a:tc>
                  <a:txBody>
                    <a:bodyPr/>
                    <a:lstStyle/>
                    <a:p>
                      <a:pPr algn="ctr" fontAlgn="b"/>
                      <a:r>
                        <a:rPr lang="es-CO" sz="1600" u="none" strike="noStrike" dirty="0">
                          <a:effectLst/>
                        </a:rPr>
                        <a:t>30</a:t>
                      </a:r>
                      <a:endParaRPr lang="es-CO" sz="16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150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40</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a:effectLst/>
                        </a:rPr>
                        <a:t>14.96</a:t>
                      </a:r>
                      <a:endParaRPr lang="es-CO" sz="1600" b="0" i="0" u="none" strike="noStrike">
                        <a:solidFill>
                          <a:srgbClr val="000000"/>
                        </a:solidFill>
                        <a:effectLst/>
                        <a:latin typeface="Aptos Narrow" panose="020B0004020202020204" pitchFamily="34" charset="0"/>
                      </a:endParaRPr>
                    </a:p>
                  </a:txBody>
                  <a:tcPr marL="9525" marR="9525" marT="9525" marB="0" anchor="b"/>
                </a:tc>
                <a:tc>
                  <a:txBody>
                    <a:bodyPr/>
                    <a:lstStyle/>
                    <a:p>
                      <a:pPr algn="ctr" fontAlgn="b"/>
                      <a:r>
                        <a:rPr lang="es-CO" sz="1600" u="none" strike="noStrike" dirty="0">
                          <a:effectLst/>
                        </a:rPr>
                        <a:t>0.41</a:t>
                      </a:r>
                      <a:endParaRPr lang="es-CO" sz="16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605219850"/>
                  </a:ext>
                </a:extLst>
              </a:tr>
            </a:tbl>
          </a:graphicData>
        </a:graphic>
      </p:graphicFrame>
      <p:sp>
        <p:nvSpPr>
          <p:cNvPr id="7" name="Marcador de contenido 6">
            <a:extLst>
              <a:ext uri="{FF2B5EF4-FFF2-40B4-BE49-F238E27FC236}">
                <a16:creationId xmlns:a16="http://schemas.microsoft.com/office/drawing/2014/main" id="{CAF61B07-D124-C036-AAE7-6145FA427186}"/>
              </a:ext>
            </a:extLst>
          </p:cNvPr>
          <p:cNvSpPr>
            <a:spLocks noGrp="1"/>
          </p:cNvSpPr>
          <p:nvPr>
            <p:ph idx="1"/>
          </p:nvPr>
        </p:nvSpPr>
        <p:spPr>
          <a:xfrm>
            <a:off x="683262" y="713232"/>
            <a:ext cx="5156199" cy="5431536"/>
          </a:xfrm>
        </p:spPr>
        <p:txBody>
          <a:bodyPr>
            <a:normAutofit fontScale="92500" lnSpcReduction="20000"/>
          </a:bodyPr>
          <a:lstStyle/>
          <a:p>
            <a:pPr marL="0" indent="0" algn="just">
              <a:buNone/>
            </a:pPr>
            <a:r>
              <a:rPr lang="es-ES" dirty="0"/>
              <a:t>5.31 Uso de experimentos factoriales para mejorar un proceso de producción de polvo de plata. Este producto se utiliza en pastas conductoras para fabricar una amplia variedad de productos, desde obleas de silicio hasta interruptores de membrana elástica. La densidad del polvo (g/cm²) y el área superficial (cm²/g) son las dos características críticas de este producto. Los experimentos involucraron tres factores: temperatura de reacción, porcentaje de amonio y velocidad de agitación. Cada uno de estos factores tenía dos niveles y el diseño se replicó dos veces. Analice el experimento, utilice la notación de Yates.</a:t>
            </a:r>
            <a:endParaRPr lang="es-CO" dirty="0"/>
          </a:p>
        </p:txBody>
      </p:sp>
    </p:spTree>
    <p:extLst>
      <p:ext uri="{BB962C8B-B14F-4D97-AF65-F5344CB8AC3E}">
        <p14:creationId xmlns:p14="http://schemas.microsoft.com/office/powerpoint/2010/main" val="356097124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784</TotalTime>
  <Words>204</Words>
  <Application>Microsoft Office PowerPoint</Application>
  <PresentationFormat>Panorámica</PresentationFormat>
  <Paragraphs>87</Paragraphs>
  <Slides>7</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Aptos Narrow</vt: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 ADYRO MARTINEZ BELLO</dc:creator>
  <cp:lastModifiedBy>DANIEL ADYRO MARTINEZ BELLO</cp:lastModifiedBy>
  <cp:revision>9</cp:revision>
  <dcterms:created xsi:type="dcterms:W3CDTF">2024-04-19T01:45:21Z</dcterms:created>
  <dcterms:modified xsi:type="dcterms:W3CDTF">2026-05-23T12:26:54Z</dcterms:modified>
</cp:coreProperties>
</file>