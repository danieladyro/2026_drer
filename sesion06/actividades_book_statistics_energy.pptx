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DE60FE-4989-A676-CF3E-571D8DCF17B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C3504665-9E61-3FA1-4183-9858B14C85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5CCE66F4-B9F2-533E-BCF0-2C4B0E507D5B}"/>
              </a:ext>
            </a:extLst>
          </p:cNvPr>
          <p:cNvSpPr>
            <a:spLocks noGrp="1"/>
          </p:cNvSpPr>
          <p:nvPr>
            <p:ph type="dt" sz="half" idx="10"/>
          </p:nvPr>
        </p:nvSpPr>
        <p:spPr/>
        <p:txBody>
          <a:bodyPr/>
          <a:lstStyle/>
          <a:p>
            <a:fld id="{EB017768-6693-4644-B234-E402DB09080E}" type="datetimeFigureOut">
              <a:rPr lang="es-CO" smtClean="0"/>
              <a:t>22/05/2026</a:t>
            </a:fld>
            <a:endParaRPr lang="es-CO"/>
          </a:p>
        </p:txBody>
      </p:sp>
      <p:sp>
        <p:nvSpPr>
          <p:cNvPr id="5" name="Marcador de pie de página 4">
            <a:extLst>
              <a:ext uri="{FF2B5EF4-FFF2-40B4-BE49-F238E27FC236}">
                <a16:creationId xmlns:a16="http://schemas.microsoft.com/office/drawing/2014/main" id="{DC94EAE2-B98C-4DDE-E940-4F41379221A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4411E55-596F-0325-77D1-FF2E26EAE94D}"/>
              </a:ext>
            </a:extLst>
          </p:cNvPr>
          <p:cNvSpPr>
            <a:spLocks noGrp="1"/>
          </p:cNvSpPr>
          <p:nvPr>
            <p:ph type="sldNum" sz="quarter" idx="12"/>
          </p:nvPr>
        </p:nvSpPr>
        <p:spPr/>
        <p:txBody>
          <a:bodyPr/>
          <a:lstStyle/>
          <a:p>
            <a:fld id="{BF454007-B6E2-439C-89C5-BCD91CEBD146}" type="slidenum">
              <a:rPr lang="es-CO" smtClean="0"/>
              <a:t>‹Nº›</a:t>
            </a:fld>
            <a:endParaRPr lang="es-CO"/>
          </a:p>
        </p:txBody>
      </p:sp>
    </p:spTree>
    <p:extLst>
      <p:ext uri="{BB962C8B-B14F-4D97-AF65-F5344CB8AC3E}">
        <p14:creationId xmlns:p14="http://schemas.microsoft.com/office/powerpoint/2010/main" val="2469629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936222-4A16-8168-7BDF-B0D01F3FB13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DA1E295-F3E5-BF40-AC3B-46896DDECBE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796A2BF-E993-B22F-3366-16BE4A2D581D}"/>
              </a:ext>
            </a:extLst>
          </p:cNvPr>
          <p:cNvSpPr>
            <a:spLocks noGrp="1"/>
          </p:cNvSpPr>
          <p:nvPr>
            <p:ph type="dt" sz="half" idx="10"/>
          </p:nvPr>
        </p:nvSpPr>
        <p:spPr/>
        <p:txBody>
          <a:bodyPr/>
          <a:lstStyle/>
          <a:p>
            <a:fld id="{EB017768-6693-4644-B234-E402DB09080E}" type="datetimeFigureOut">
              <a:rPr lang="es-CO" smtClean="0"/>
              <a:t>22/05/2026</a:t>
            </a:fld>
            <a:endParaRPr lang="es-CO"/>
          </a:p>
        </p:txBody>
      </p:sp>
      <p:sp>
        <p:nvSpPr>
          <p:cNvPr id="5" name="Marcador de pie de página 4">
            <a:extLst>
              <a:ext uri="{FF2B5EF4-FFF2-40B4-BE49-F238E27FC236}">
                <a16:creationId xmlns:a16="http://schemas.microsoft.com/office/drawing/2014/main" id="{42E71CCA-EAB7-E797-F09B-B860DCCDDE8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CEE7B64-1B14-7722-6022-FD561C96D893}"/>
              </a:ext>
            </a:extLst>
          </p:cNvPr>
          <p:cNvSpPr>
            <a:spLocks noGrp="1"/>
          </p:cNvSpPr>
          <p:nvPr>
            <p:ph type="sldNum" sz="quarter" idx="12"/>
          </p:nvPr>
        </p:nvSpPr>
        <p:spPr/>
        <p:txBody>
          <a:bodyPr/>
          <a:lstStyle/>
          <a:p>
            <a:fld id="{BF454007-B6E2-439C-89C5-BCD91CEBD146}" type="slidenum">
              <a:rPr lang="es-CO" smtClean="0"/>
              <a:t>‹Nº›</a:t>
            </a:fld>
            <a:endParaRPr lang="es-CO"/>
          </a:p>
        </p:txBody>
      </p:sp>
    </p:spTree>
    <p:extLst>
      <p:ext uri="{BB962C8B-B14F-4D97-AF65-F5344CB8AC3E}">
        <p14:creationId xmlns:p14="http://schemas.microsoft.com/office/powerpoint/2010/main" val="2261171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2D43BF-9860-8D61-94D5-6D6ADAA33ED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70EEA19-2C9F-9060-BB00-ACAE20C4563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C2F9112-C661-A791-FB71-B3055E2A1E76}"/>
              </a:ext>
            </a:extLst>
          </p:cNvPr>
          <p:cNvSpPr>
            <a:spLocks noGrp="1"/>
          </p:cNvSpPr>
          <p:nvPr>
            <p:ph type="dt" sz="half" idx="10"/>
          </p:nvPr>
        </p:nvSpPr>
        <p:spPr/>
        <p:txBody>
          <a:bodyPr/>
          <a:lstStyle/>
          <a:p>
            <a:fld id="{EB017768-6693-4644-B234-E402DB09080E}" type="datetimeFigureOut">
              <a:rPr lang="es-CO" smtClean="0"/>
              <a:t>22/05/2026</a:t>
            </a:fld>
            <a:endParaRPr lang="es-CO"/>
          </a:p>
        </p:txBody>
      </p:sp>
      <p:sp>
        <p:nvSpPr>
          <p:cNvPr id="5" name="Marcador de pie de página 4">
            <a:extLst>
              <a:ext uri="{FF2B5EF4-FFF2-40B4-BE49-F238E27FC236}">
                <a16:creationId xmlns:a16="http://schemas.microsoft.com/office/drawing/2014/main" id="{4AA8980D-8ABB-6174-9D11-2D87285985E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665E256-8A18-0359-2426-5C5357C953EE}"/>
              </a:ext>
            </a:extLst>
          </p:cNvPr>
          <p:cNvSpPr>
            <a:spLocks noGrp="1"/>
          </p:cNvSpPr>
          <p:nvPr>
            <p:ph type="sldNum" sz="quarter" idx="12"/>
          </p:nvPr>
        </p:nvSpPr>
        <p:spPr/>
        <p:txBody>
          <a:bodyPr/>
          <a:lstStyle/>
          <a:p>
            <a:fld id="{BF454007-B6E2-439C-89C5-BCD91CEBD146}" type="slidenum">
              <a:rPr lang="es-CO" smtClean="0"/>
              <a:t>‹Nº›</a:t>
            </a:fld>
            <a:endParaRPr lang="es-CO"/>
          </a:p>
        </p:txBody>
      </p:sp>
    </p:spTree>
    <p:extLst>
      <p:ext uri="{BB962C8B-B14F-4D97-AF65-F5344CB8AC3E}">
        <p14:creationId xmlns:p14="http://schemas.microsoft.com/office/powerpoint/2010/main" val="460743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5A57B0-C46E-FCE6-84CC-5CB613BF2DA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F72AE6A7-7CD1-4E02-059E-8050FCB1AC7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8DD41DE7-1518-39B6-D6C6-EE53A10D5E3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F914B5E4-0672-A7B9-5F62-561FFD66C992}"/>
              </a:ext>
            </a:extLst>
          </p:cNvPr>
          <p:cNvSpPr>
            <a:spLocks noGrp="1"/>
          </p:cNvSpPr>
          <p:nvPr>
            <p:ph type="dt" sz="half" idx="10"/>
          </p:nvPr>
        </p:nvSpPr>
        <p:spPr/>
        <p:txBody>
          <a:bodyPr/>
          <a:lstStyle/>
          <a:p>
            <a:fld id="{EB017768-6693-4644-B234-E402DB09080E}" type="datetimeFigureOut">
              <a:rPr lang="es-CO" smtClean="0"/>
              <a:t>22/05/2026</a:t>
            </a:fld>
            <a:endParaRPr lang="es-CO"/>
          </a:p>
        </p:txBody>
      </p:sp>
      <p:sp>
        <p:nvSpPr>
          <p:cNvPr id="6" name="Marcador de pie de página 5">
            <a:extLst>
              <a:ext uri="{FF2B5EF4-FFF2-40B4-BE49-F238E27FC236}">
                <a16:creationId xmlns:a16="http://schemas.microsoft.com/office/drawing/2014/main" id="{6C97E79B-7588-8415-427E-4D0E03F5F5AF}"/>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60ECAE3-F938-463A-F931-2403A0B00EA3}"/>
              </a:ext>
            </a:extLst>
          </p:cNvPr>
          <p:cNvSpPr>
            <a:spLocks noGrp="1"/>
          </p:cNvSpPr>
          <p:nvPr>
            <p:ph type="sldNum" sz="quarter" idx="12"/>
          </p:nvPr>
        </p:nvSpPr>
        <p:spPr/>
        <p:txBody>
          <a:bodyPr/>
          <a:lstStyle/>
          <a:p>
            <a:fld id="{BF454007-B6E2-439C-89C5-BCD91CEBD146}" type="slidenum">
              <a:rPr lang="es-CO" smtClean="0"/>
              <a:t>‹Nº›</a:t>
            </a:fld>
            <a:endParaRPr lang="es-CO"/>
          </a:p>
        </p:txBody>
      </p:sp>
    </p:spTree>
    <p:extLst>
      <p:ext uri="{BB962C8B-B14F-4D97-AF65-F5344CB8AC3E}">
        <p14:creationId xmlns:p14="http://schemas.microsoft.com/office/powerpoint/2010/main" val="381943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5246F8-5E10-CF2D-F04B-5774957D1DD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75C13E1-01D8-B626-29EF-13F74581EB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7C1F04B-D09A-0330-2AE0-9A2512A5F49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E01AEC7B-E42F-5EF8-05D0-4FD42A517A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72E4A1A-899F-5307-EE32-EF8BA774EA2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6E411ADF-F873-9DEF-3752-4C5F94D0261A}"/>
              </a:ext>
            </a:extLst>
          </p:cNvPr>
          <p:cNvSpPr>
            <a:spLocks noGrp="1"/>
          </p:cNvSpPr>
          <p:nvPr>
            <p:ph type="dt" sz="half" idx="10"/>
          </p:nvPr>
        </p:nvSpPr>
        <p:spPr/>
        <p:txBody>
          <a:bodyPr/>
          <a:lstStyle/>
          <a:p>
            <a:fld id="{EB017768-6693-4644-B234-E402DB09080E}" type="datetimeFigureOut">
              <a:rPr lang="es-CO" smtClean="0"/>
              <a:t>22/05/2026</a:t>
            </a:fld>
            <a:endParaRPr lang="es-CO"/>
          </a:p>
        </p:txBody>
      </p:sp>
      <p:sp>
        <p:nvSpPr>
          <p:cNvPr id="8" name="Marcador de pie de página 7">
            <a:extLst>
              <a:ext uri="{FF2B5EF4-FFF2-40B4-BE49-F238E27FC236}">
                <a16:creationId xmlns:a16="http://schemas.microsoft.com/office/drawing/2014/main" id="{CBB53169-2E7F-BC7B-E66D-6E4E45AC763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B6FDA7D7-6C88-0C93-A2AD-962C770C1857}"/>
              </a:ext>
            </a:extLst>
          </p:cNvPr>
          <p:cNvSpPr>
            <a:spLocks noGrp="1"/>
          </p:cNvSpPr>
          <p:nvPr>
            <p:ph type="sldNum" sz="quarter" idx="12"/>
          </p:nvPr>
        </p:nvSpPr>
        <p:spPr/>
        <p:txBody>
          <a:bodyPr/>
          <a:lstStyle/>
          <a:p>
            <a:fld id="{BF454007-B6E2-439C-89C5-BCD91CEBD146}" type="slidenum">
              <a:rPr lang="es-CO" smtClean="0"/>
              <a:t>‹Nº›</a:t>
            </a:fld>
            <a:endParaRPr lang="es-CO"/>
          </a:p>
        </p:txBody>
      </p:sp>
    </p:spTree>
    <p:extLst>
      <p:ext uri="{BB962C8B-B14F-4D97-AF65-F5344CB8AC3E}">
        <p14:creationId xmlns:p14="http://schemas.microsoft.com/office/powerpoint/2010/main" val="105862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BFF8D4-3A8E-AAA2-A1BC-F84FF194428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63D74C5F-205D-E781-E136-DE9BD1D56541}"/>
              </a:ext>
            </a:extLst>
          </p:cNvPr>
          <p:cNvSpPr>
            <a:spLocks noGrp="1"/>
          </p:cNvSpPr>
          <p:nvPr>
            <p:ph type="dt" sz="half" idx="10"/>
          </p:nvPr>
        </p:nvSpPr>
        <p:spPr/>
        <p:txBody>
          <a:bodyPr/>
          <a:lstStyle/>
          <a:p>
            <a:fld id="{EB017768-6693-4644-B234-E402DB09080E}" type="datetimeFigureOut">
              <a:rPr lang="es-CO" smtClean="0"/>
              <a:t>22/05/2026</a:t>
            </a:fld>
            <a:endParaRPr lang="es-CO"/>
          </a:p>
        </p:txBody>
      </p:sp>
      <p:sp>
        <p:nvSpPr>
          <p:cNvPr id="4" name="Marcador de pie de página 3">
            <a:extLst>
              <a:ext uri="{FF2B5EF4-FFF2-40B4-BE49-F238E27FC236}">
                <a16:creationId xmlns:a16="http://schemas.microsoft.com/office/drawing/2014/main" id="{687908CF-CB87-D4D7-D1E2-70C9B5344A4F}"/>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24AAC3B-342C-CD1C-6321-A89FA5A5A675}"/>
              </a:ext>
            </a:extLst>
          </p:cNvPr>
          <p:cNvSpPr>
            <a:spLocks noGrp="1"/>
          </p:cNvSpPr>
          <p:nvPr>
            <p:ph type="sldNum" sz="quarter" idx="12"/>
          </p:nvPr>
        </p:nvSpPr>
        <p:spPr/>
        <p:txBody>
          <a:bodyPr/>
          <a:lstStyle/>
          <a:p>
            <a:fld id="{BF454007-B6E2-439C-89C5-BCD91CEBD146}" type="slidenum">
              <a:rPr lang="es-CO" smtClean="0"/>
              <a:t>‹Nº›</a:t>
            </a:fld>
            <a:endParaRPr lang="es-CO"/>
          </a:p>
        </p:txBody>
      </p:sp>
    </p:spTree>
    <p:extLst>
      <p:ext uri="{BB962C8B-B14F-4D97-AF65-F5344CB8AC3E}">
        <p14:creationId xmlns:p14="http://schemas.microsoft.com/office/powerpoint/2010/main" val="2407159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833D5CD-FBE4-5A28-1739-053E89F37A23}"/>
              </a:ext>
            </a:extLst>
          </p:cNvPr>
          <p:cNvSpPr>
            <a:spLocks noGrp="1"/>
          </p:cNvSpPr>
          <p:nvPr>
            <p:ph type="dt" sz="half" idx="10"/>
          </p:nvPr>
        </p:nvSpPr>
        <p:spPr/>
        <p:txBody>
          <a:bodyPr/>
          <a:lstStyle/>
          <a:p>
            <a:fld id="{EB017768-6693-4644-B234-E402DB09080E}" type="datetimeFigureOut">
              <a:rPr lang="es-CO" smtClean="0"/>
              <a:t>22/05/2026</a:t>
            </a:fld>
            <a:endParaRPr lang="es-CO"/>
          </a:p>
        </p:txBody>
      </p:sp>
      <p:sp>
        <p:nvSpPr>
          <p:cNvPr id="3" name="Marcador de pie de página 2">
            <a:extLst>
              <a:ext uri="{FF2B5EF4-FFF2-40B4-BE49-F238E27FC236}">
                <a16:creationId xmlns:a16="http://schemas.microsoft.com/office/drawing/2014/main" id="{3E115E08-6578-A466-78AA-3D76F86AA5CD}"/>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8820ECF3-8481-64CC-7021-CB3A6C798DA2}"/>
              </a:ext>
            </a:extLst>
          </p:cNvPr>
          <p:cNvSpPr>
            <a:spLocks noGrp="1"/>
          </p:cNvSpPr>
          <p:nvPr>
            <p:ph type="sldNum" sz="quarter" idx="12"/>
          </p:nvPr>
        </p:nvSpPr>
        <p:spPr/>
        <p:txBody>
          <a:bodyPr/>
          <a:lstStyle/>
          <a:p>
            <a:fld id="{BF454007-B6E2-439C-89C5-BCD91CEBD146}" type="slidenum">
              <a:rPr lang="es-CO" smtClean="0"/>
              <a:t>‹Nº›</a:t>
            </a:fld>
            <a:endParaRPr lang="es-CO"/>
          </a:p>
        </p:txBody>
      </p:sp>
    </p:spTree>
    <p:extLst>
      <p:ext uri="{BB962C8B-B14F-4D97-AF65-F5344CB8AC3E}">
        <p14:creationId xmlns:p14="http://schemas.microsoft.com/office/powerpoint/2010/main" val="36503901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BDEA22-3F72-8C5D-4510-EA8FF841D3B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F2C780F9-5D7E-B690-735B-4E9CB9943F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6C47E307-3859-9763-4484-09909FBAA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067FC7-C724-41F0-2068-6D09B621E837}"/>
              </a:ext>
            </a:extLst>
          </p:cNvPr>
          <p:cNvSpPr>
            <a:spLocks noGrp="1"/>
          </p:cNvSpPr>
          <p:nvPr>
            <p:ph type="dt" sz="half" idx="10"/>
          </p:nvPr>
        </p:nvSpPr>
        <p:spPr/>
        <p:txBody>
          <a:bodyPr/>
          <a:lstStyle/>
          <a:p>
            <a:fld id="{EB017768-6693-4644-B234-E402DB09080E}" type="datetimeFigureOut">
              <a:rPr lang="es-CO" smtClean="0"/>
              <a:t>22/05/2026</a:t>
            </a:fld>
            <a:endParaRPr lang="es-CO"/>
          </a:p>
        </p:txBody>
      </p:sp>
      <p:sp>
        <p:nvSpPr>
          <p:cNvPr id="6" name="Marcador de pie de página 5">
            <a:extLst>
              <a:ext uri="{FF2B5EF4-FFF2-40B4-BE49-F238E27FC236}">
                <a16:creationId xmlns:a16="http://schemas.microsoft.com/office/drawing/2014/main" id="{34BE9A97-BBD3-6053-F19E-A038C6430A5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AFD00EB-80F1-CD65-5E82-191EB5944FB0}"/>
              </a:ext>
            </a:extLst>
          </p:cNvPr>
          <p:cNvSpPr>
            <a:spLocks noGrp="1"/>
          </p:cNvSpPr>
          <p:nvPr>
            <p:ph type="sldNum" sz="quarter" idx="12"/>
          </p:nvPr>
        </p:nvSpPr>
        <p:spPr/>
        <p:txBody>
          <a:bodyPr/>
          <a:lstStyle/>
          <a:p>
            <a:fld id="{BF454007-B6E2-439C-89C5-BCD91CEBD146}" type="slidenum">
              <a:rPr lang="es-CO" smtClean="0"/>
              <a:t>‹Nº›</a:t>
            </a:fld>
            <a:endParaRPr lang="es-CO"/>
          </a:p>
        </p:txBody>
      </p:sp>
    </p:spTree>
    <p:extLst>
      <p:ext uri="{BB962C8B-B14F-4D97-AF65-F5344CB8AC3E}">
        <p14:creationId xmlns:p14="http://schemas.microsoft.com/office/powerpoint/2010/main" val="1764064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80A7D-8A17-D4BF-5C60-18D5E678E79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8B660D32-CAEB-A45A-5DAB-FB36EE49C1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DA72DC5B-E11D-2BEA-5364-2BC4A4C423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57C1176-91E1-BEF4-EB11-ABDF6CB24317}"/>
              </a:ext>
            </a:extLst>
          </p:cNvPr>
          <p:cNvSpPr>
            <a:spLocks noGrp="1"/>
          </p:cNvSpPr>
          <p:nvPr>
            <p:ph type="dt" sz="half" idx="10"/>
          </p:nvPr>
        </p:nvSpPr>
        <p:spPr/>
        <p:txBody>
          <a:bodyPr/>
          <a:lstStyle/>
          <a:p>
            <a:fld id="{EB017768-6693-4644-B234-E402DB09080E}" type="datetimeFigureOut">
              <a:rPr lang="es-CO" smtClean="0"/>
              <a:t>22/05/2026</a:t>
            </a:fld>
            <a:endParaRPr lang="es-CO"/>
          </a:p>
        </p:txBody>
      </p:sp>
      <p:sp>
        <p:nvSpPr>
          <p:cNvPr id="6" name="Marcador de pie de página 5">
            <a:extLst>
              <a:ext uri="{FF2B5EF4-FFF2-40B4-BE49-F238E27FC236}">
                <a16:creationId xmlns:a16="http://schemas.microsoft.com/office/drawing/2014/main" id="{37BC648A-AAE2-A07F-2460-AA0B1F80FAA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1A38C31-A1E5-7A79-AC5D-12C2E01BF197}"/>
              </a:ext>
            </a:extLst>
          </p:cNvPr>
          <p:cNvSpPr>
            <a:spLocks noGrp="1"/>
          </p:cNvSpPr>
          <p:nvPr>
            <p:ph type="sldNum" sz="quarter" idx="12"/>
          </p:nvPr>
        </p:nvSpPr>
        <p:spPr/>
        <p:txBody>
          <a:bodyPr/>
          <a:lstStyle/>
          <a:p>
            <a:fld id="{BF454007-B6E2-439C-89C5-BCD91CEBD146}" type="slidenum">
              <a:rPr lang="es-CO" smtClean="0"/>
              <a:t>‹Nº›</a:t>
            </a:fld>
            <a:endParaRPr lang="es-CO"/>
          </a:p>
        </p:txBody>
      </p:sp>
    </p:spTree>
    <p:extLst>
      <p:ext uri="{BB962C8B-B14F-4D97-AF65-F5344CB8AC3E}">
        <p14:creationId xmlns:p14="http://schemas.microsoft.com/office/powerpoint/2010/main" val="4255621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6EFACC-4F0C-B810-7303-5B81266F63D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AF54DE06-463B-F855-365E-BE70C3D717B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3E396EE-0B10-E5FE-635D-9E7DBB9D8A2C}"/>
              </a:ext>
            </a:extLst>
          </p:cNvPr>
          <p:cNvSpPr>
            <a:spLocks noGrp="1"/>
          </p:cNvSpPr>
          <p:nvPr>
            <p:ph type="dt" sz="half" idx="10"/>
          </p:nvPr>
        </p:nvSpPr>
        <p:spPr/>
        <p:txBody>
          <a:bodyPr/>
          <a:lstStyle/>
          <a:p>
            <a:fld id="{EB017768-6693-4644-B234-E402DB09080E}" type="datetimeFigureOut">
              <a:rPr lang="es-CO" smtClean="0"/>
              <a:t>22/05/2026</a:t>
            </a:fld>
            <a:endParaRPr lang="es-CO"/>
          </a:p>
        </p:txBody>
      </p:sp>
      <p:sp>
        <p:nvSpPr>
          <p:cNvPr id="5" name="Marcador de pie de página 4">
            <a:extLst>
              <a:ext uri="{FF2B5EF4-FFF2-40B4-BE49-F238E27FC236}">
                <a16:creationId xmlns:a16="http://schemas.microsoft.com/office/drawing/2014/main" id="{9973CB9E-846A-9E5D-A67D-B8260AB2F6F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9BA2CBB-3290-C9D6-5118-CFBD53DDBFC2}"/>
              </a:ext>
            </a:extLst>
          </p:cNvPr>
          <p:cNvSpPr>
            <a:spLocks noGrp="1"/>
          </p:cNvSpPr>
          <p:nvPr>
            <p:ph type="sldNum" sz="quarter" idx="12"/>
          </p:nvPr>
        </p:nvSpPr>
        <p:spPr/>
        <p:txBody>
          <a:bodyPr/>
          <a:lstStyle/>
          <a:p>
            <a:fld id="{BF454007-B6E2-439C-89C5-BCD91CEBD146}" type="slidenum">
              <a:rPr lang="es-CO" smtClean="0"/>
              <a:t>‹Nº›</a:t>
            </a:fld>
            <a:endParaRPr lang="es-CO"/>
          </a:p>
        </p:txBody>
      </p:sp>
    </p:spTree>
    <p:extLst>
      <p:ext uri="{BB962C8B-B14F-4D97-AF65-F5344CB8AC3E}">
        <p14:creationId xmlns:p14="http://schemas.microsoft.com/office/powerpoint/2010/main" val="3488673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034D111-F130-F770-7CF5-854DC59C745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8DD24636-1E91-44B5-6FEE-F41805BFFBE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3E4ED8E-DF2B-A8BD-4324-FE24745015B3}"/>
              </a:ext>
            </a:extLst>
          </p:cNvPr>
          <p:cNvSpPr>
            <a:spLocks noGrp="1"/>
          </p:cNvSpPr>
          <p:nvPr>
            <p:ph type="dt" sz="half" idx="10"/>
          </p:nvPr>
        </p:nvSpPr>
        <p:spPr/>
        <p:txBody>
          <a:bodyPr/>
          <a:lstStyle/>
          <a:p>
            <a:fld id="{EB017768-6693-4644-B234-E402DB09080E}" type="datetimeFigureOut">
              <a:rPr lang="es-CO" smtClean="0"/>
              <a:t>22/05/2026</a:t>
            </a:fld>
            <a:endParaRPr lang="es-CO"/>
          </a:p>
        </p:txBody>
      </p:sp>
      <p:sp>
        <p:nvSpPr>
          <p:cNvPr id="5" name="Marcador de pie de página 4">
            <a:extLst>
              <a:ext uri="{FF2B5EF4-FFF2-40B4-BE49-F238E27FC236}">
                <a16:creationId xmlns:a16="http://schemas.microsoft.com/office/drawing/2014/main" id="{5B635AEB-3748-525C-CDC5-E574EC12D46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0DC8FA3-4437-17C7-67DE-0C1058C71065}"/>
              </a:ext>
            </a:extLst>
          </p:cNvPr>
          <p:cNvSpPr>
            <a:spLocks noGrp="1"/>
          </p:cNvSpPr>
          <p:nvPr>
            <p:ph type="sldNum" sz="quarter" idx="12"/>
          </p:nvPr>
        </p:nvSpPr>
        <p:spPr/>
        <p:txBody>
          <a:bodyPr/>
          <a:lstStyle/>
          <a:p>
            <a:fld id="{BF454007-B6E2-439C-89C5-BCD91CEBD146}" type="slidenum">
              <a:rPr lang="es-CO" smtClean="0"/>
              <a:t>‹Nº›</a:t>
            </a:fld>
            <a:endParaRPr lang="es-CO"/>
          </a:p>
        </p:txBody>
      </p:sp>
    </p:spTree>
    <p:extLst>
      <p:ext uri="{BB962C8B-B14F-4D97-AF65-F5344CB8AC3E}">
        <p14:creationId xmlns:p14="http://schemas.microsoft.com/office/powerpoint/2010/main" val="3316000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33A2AAA-2111-2949-6F88-A3D36D7F1A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8B4CC25-9B9A-4CFB-FE86-3983113FBD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74EFE93-EB61-30EA-AB13-EF91A0F7B9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017768-6693-4644-B234-E402DB09080E}" type="datetimeFigureOut">
              <a:rPr lang="es-CO" smtClean="0"/>
              <a:t>22/05/2026</a:t>
            </a:fld>
            <a:endParaRPr lang="es-CO"/>
          </a:p>
        </p:txBody>
      </p:sp>
      <p:sp>
        <p:nvSpPr>
          <p:cNvPr id="5" name="Marcador de pie de página 4">
            <a:extLst>
              <a:ext uri="{FF2B5EF4-FFF2-40B4-BE49-F238E27FC236}">
                <a16:creationId xmlns:a16="http://schemas.microsoft.com/office/drawing/2014/main" id="{453610D9-87EB-F97C-C071-50F7D5AF82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B513D0FD-4154-2D7A-2A4B-A6DE71EED9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454007-B6E2-439C-89C5-BCD91CEBD146}" type="slidenum">
              <a:rPr lang="es-CO" smtClean="0"/>
              <a:t>‹Nº›</a:t>
            </a:fld>
            <a:endParaRPr lang="es-CO"/>
          </a:p>
        </p:txBody>
      </p:sp>
    </p:spTree>
    <p:extLst>
      <p:ext uri="{BB962C8B-B14F-4D97-AF65-F5344CB8AC3E}">
        <p14:creationId xmlns:p14="http://schemas.microsoft.com/office/powerpoint/2010/main" val="37114674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46859134-DA35-9DB2-4E2C-C88B86210962}"/>
              </a:ext>
            </a:extLst>
          </p:cNvPr>
          <p:cNvSpPr>
            <a:spLocks noGrp="1"/>
          </p:cNvSpPr>
          <p:nvPr>
            <p:ph type="title"/>
          </p:nvPr>
        </p:nvSpPr>
        <p:spPr/>
        <p:txBody>
          <a:bodyPr/>
          <a:lstStyle/>
          <a:p>
            <a:r>
              <a:rPr lang="es-CO" sz="1800" b="0" i="0" u="none" strike="noStrike" baseline="0" dirty="0" err="1">
                <a:latin typeface="Myriad-Roman"/>
              </a:rPr>
              <a:t>Agami</a:t>
            </a:r>
            <a:r>
              <a:rPr lang="es-CO" sz="1800" b="0" i="0" u="none" strike="noStrike" baseline="0" dirty="0">
                <a:latin typeface="Myriad-Roman"/>
              </a:rPr>
              <a:t> Reddy, </a:t>
            </a:r>
            <a:r>
              <a:rPr lang="es-CO" sz="1800" b="0" i="0" u="none" strike="noStrike" baseline="0" dirty="0" err="1">
                <a:latin typeface="Myriad-Roman"/>
              </a:rPr>
              <a:t>Applied</a:t>
            </a:r>
            <a:r>
              <a:rPr lang="es-CO" sz="1800" b="0" i="0" u="none" strike="noStrike" baseline="0" dirty="0">
                <a:latin typeface="Myriad-Roman"/>
              </a:rPr>
              <a:t> Data </a:t>
            </a:r>
            <a:r>
              <a:rPr lang="es-CO" sz="1800" b="0" i="0" u="none" strike="noStrike" baseline="0" dirty="0" err="1">
                <a:latin typeface="Myriad-Roman"/>
              </a:rPr>
              <a:t>Analysis</a:t>
            </a:r>
            <a:r>
              <a:rPr lang="es-CO" sz="1800" b="0" i="0" u="none" strike="noStrike" baseline="0" dirty="0">
                <a:latin typeface="Myriad-Roman"/>
              </a:rPr>
              <a:t> and </a:t>
            </a:r>
            <a:r>
              <a:rPr lang="es-CO" sz="1800" b="0" i="0" u="none" strike="noStrike" baseline="0" dirty="0" err="1">
                <a:latin typeface="Myriad-Roman"/>
              </a:rPr>
              <a:t>Modeling</a:t>
            </a:r>
            <a:r>
              <a:rPr lang="es-CO" sz="1800" b="0" i="0" u="none" strike="noStrike" baseline="0" dirty="0">
                <a:latin typeface="Myriad-Roman"/>
              </a:rPr>
              <a:t> </a:t>
            </a:r>
            <a:r>
              <a:rPr lang="es-CO" sz="1800" b="0" i="0" u="none" strike="noStrike" baseline="0" dirty="0" err="1">
                <a:latin typeface="Myriad-Roman"/>
              </a:rPr>
              <a:t>for</a:t>
            </a:r>
            <a:r>
              <a:rPr lang="es-CO" sz="1800" b="0" i="0" u="none" strike="noStrike" baseline="0" dirty="0">
                <a:latin typeface="Myriad-Roman"/>
              </a:rPr>
              <a:t> Energy </a:t>
            </a:r>
            <a:r>
              <a:rPr lang="es-CO" sz="1800" b="0" i="0" u="none" strike="noStrike" baseline="0" dirty="0" err="1">
                <a:latin typeface="Myriad-Roman"/>
              </a:rPr>
              <a:t>Engineers</a:t>
            </a:r>
            <a:r>
              <a:rPr lang="es-CO" sz="1800" b="0" i="0" u="none" strike="noStrike" baseline="0" dirty="0">
                <a:latin typeface="Myriad-Roman"/>
              </a:rPr>
              <a:t> and </a:t>
            </a:r>
            <a:r>
              <a:rPr lang="es-CO" sz="1800" b="0" i="0" u="none" strike="noStrike" baseline="0" dirty="0" err="1">
                <a:latin typeface="Myriad-Roman"/>
              </a:rPr>
              <a:t>Scientists</a:t>
            </a:r>
            <a:r>
              <a:rPr lang="es-CO" sz="1800" b="0" i="0" u="none" strike="noStrike" baseline="0" dirty="0">
                <a:latin typeface="Myriad-Roman"/>
              </a:rPr>
              <a:t>, 2011, Springer. </a:t>
            </a:r>
            <a:r>
              <a:rPr lang="es-CO" sz="1800" dirty="0">
                <a:latin typeface="Myriad-Roman"/>
              </a:rPr>
              <a:t>Ejemplo página 189</a:t>
            </a:r>
            <a:endParaRPr lang="es-CO" dirty="0"/>
          </a:p>
        </p:txBody>
      </p:sp>
      <p:sp>
        <p:nvSpPr>
          <p:cNvPr id="7" name="Marcador de contenido 6">
            <a:extLst>
              <a:ext uri="{FF2B5EF4-FFF2-40B4-BE49-F238E27FC236}">
                <a16:creationId xmlns:a16="http://schemas.microsoft.com/office/drawing/2014/main" id="{D3CDAE43-31F3-6FC2-76E5-E51883A45F47}"/>
              </a:ext>
            </a:extLst>
          </p:cNvPr>
          <p:cNvSpPr>
            <a:spLocks noGrp="1"/>
          </p:cNvSpPr>
          <p:nvPr>
            <p:ph idx="1"/>
          </p:nvPr>
        </p:nvSpPr>
        <p:spPr/>
        <p:txBody>
          <a:bodyPr>
            <a:normAutofit/>
          </a:bodyPr>
          <a:lstStyle/>
          <a:p>
            <a:pPr marL="0" indent="0" algn="just">
              <a:buNone/>
            </a:pPr>
            <a:r>
              <a:rPr lang="es-ES" dirty="0"/>
              <a:t>Evaluación del rendimiento de cuatro máquinas bloqueando el efecto de la destreza del operario: Este ejemplo ilustrará el concepto de diseño de bloques completos aleatorizados con un factor. Se evaluará el rendimiento de cuatro máquinas diferentes (M1, M2, M3 y M4) en términos de velocidad de fabricación de un componente. Se decide que el mismo componente se fabricará en estas máquinas por seis operarios diferentes en un experimento de bloques aleatorizados. Las máquinas se asignan aleatoriamente a cada operario. Dado que la destreza influye, habrá diferencias entre los operarios en el tiempo necesario para mecanizar el componente.</a:t>
            </a:r>
            <a:endParaRPr lang="es-CO" dirty="0"/>
          </a:p>
        </p:txBody>
      </p:sp>
    </p:spTree>
    <p:extLst>
      <p:ext uri="{BB962C8B-B14F-4D97-AF65-F5344CB8AC3E}">
        <p14:creationId xmlns:p14="http://schemas.microsoft.com/office/powerpoint/2010/main" val="2101825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92F689E-518D-FE72-4503-B740017D9138}"/>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2000" b="0" i="0" u="none" strike="noStrike" baseline="0" dirty="0">
                <a:latin typeface="Myriad-Roman"/>
              </a:rPr>
              <a:t>Agami Reddy, Applied Data Analysis and Modeling for Energy Engineers and Scientists, 2011, Springer. </a:t>
            </a:r>
            <a:r>
              <a:rPr lang="en-US" sz="2000" dirty="0" err="1">
                <a:latin typeface="Myriad-Roman"/>
              </a:rPr>
              <a:t>Ejemplo</a:t>
            </a:r>
            <a:r>
              <a:rPr lang="en-US" sz="2000" dirty="0">
                <a:latin typeface="Myriad-Roman"/>
              </a:rPr>
              <a:t> </a:t>
            </a:r>
            <a:r>
              <a:rPr lang="en-US" sz="2000" dirty="0" err="1">
                <a:latin typeface="Myriad-Roman"/>
              </a:rPr>
              <a:t>página</a:t>
            </a:r>
            <a:r>
              <a:rPr lang="en-US" sz="2000" dirty="0">
                <a:latin typeface="Myriad-Roman"/>
              </a:rPr>
              <a:t> 189</a:t>
            </a:r>
            <a:endParaRPr lang="en-US" sz="2000" kern="1200" dirty="0">
              <a:solidFill>
                <a:schemeClr val="tx1"/>
              </a:solidFill>
              <a:latin typeface="+mj-lt"/>
              <a:ea typeface="+mj-ea"/>
              <a:cs typeface="+mj-cs"/>
            </a:endParaRPr>
          </a:p>
        </p:txBody>
      </p:sp>
      <p:graphicFrame>
        <p:nvGraphicFramePr>
          <p:cNvPr id="4" name="Marcador de contenido 3">
            <a:extLst>
              <a:ext uri="{FF2B5EF4-FFF2-40B4-BE49-F238E27FC236}">
                <a16:creationId xmlns:a16="http://schemas.microsoft.com/office/drawing/2014/main" id="{AE2FDA17-DDFB-0ADE-555A-52F31026A050}"/>
              </a:ext>
            </a:extLst>
          </p:cNvPr>
          <p:cNvGraphicFramePr>
            <a:graphicFrameLocks noGrp="1"/>
          </p:cNvGraphicFramePr>
          <p:nvPr>
            <p:ph idx="1"/>
            <p:extLst>
              <p:ext uri="{D42A27DB-BD31-4B8C-83A1-F6EECF244321}">
                <p14:modId xmlns:p14="http://schemas.microsoft.com/office/powerpoint/2010/main" val="817202671"/>
              </p:ext>
            </p:extLst>
          </p:nvPr>
        </p:nvGraphicFramePr>
        <p:xfrm>
          <a:off x="1647729" y="2024036"/>
          <a:ext cx="8893488" cy="4093083"/>
        </p:xfrm>
        <a:graphic>
          <a:graphicData uri="http://schemas.openxmlformats.org/drawingml/2006/table">
            <a:tbl>
              <a:tblPr/>
              <a:tblGrid>
                <a:gridCol w="1886904">
                  <a:extLst>
                    <a:ext uri="{9D8B030D-6E8A-4147-A177-3AD203B41FA5}">
                      <a16:colId xmlns:a16="http://schemas.microsoft.com/office/drawing/2014/main" val="2384435812"/>
                    </a:ext>
                  </a:extLst>
                </a:gridCol>
                <a:gridCol w="1253490">
                  <a:extLst>
                    <a:ext uri="{9D8B030D-6E8A-4147-A177-3AD203B41FA5}">
                      <a16:colId xmlns:a16="http://schemas.microsoft.com/office/drawing/2014/main" val="2956801633"/>
                    </a:ext>
                  </a:extLst>
                </a:gridCol>
                <a:gridCol w="1253490">
                  <a:extLst>
                    <a:ext uri="{9D8B030D-6E8A-4147-A177-3AD203B41FA5}">
                      <a16:colId xmlns:a16="http://schemas.microsoft.com/office/drawing/2014/main" val="2049025050"/>
                    </a:ext>
                  </a:extLst>
                </a:gridCol>
                <a:gridCol w="1124901">
                  <a:extLst>
                    <a:ext uri="{9D8B030D-6E8A-4147-A177-3AD203B41FA5}">
                      <a16:colId xmlns:a16="http://schemas.microsoft.com/office/drawing/2014/main" val="983022600"/>
                    </a:ext>
                  </a:extLst>
                </a:gridCol>
                <a:gridCol w="1124901">
                  <a:extLst>
                    <a:ext uri="{9D8B030D-6E8A-4147-A177-3AD203B41FA5}">
                      <a16:colId xmlns:a16="http://schemas.microsoft.com/office/drawing/2014/main" val="245398841"/>
                    </a:ext>
                  </a:extLst>
                </a:gridCol>
                <a:gridCol w="1124901">
                  <a:extLst>
                    <a:ext uri="{9D8B030D-6E8A-4147-A177-3AD203B41FA5}">
                      <a16:colId xmlns:a16="http://schemas.microsoft.com/office/drawing/2014/main" val="2518860858"/>
                    </a:ext>
                  </a:extLst>
                </a:gridCol>
                <a:gridCol w="1124901">
                  <a:extLst>
                    <a:ext uri="{9D8B030D-6E8A-4147-A177-3AD203B41FA5}">
                      <a16:colId xmlns:a16="http://schemas.microsoft.com/office/drawing/2014/main" val="1578922546"/>
                    </a:ext>
                  </a:extLst>
                </a:gridCol>
              </a:tblGrid>
              <a:tr h="886968">
                <a:tc>
                  <a:txBody>
                    <a:bodyPr/>
                    <a:lstStyle/>
                    <a:p>
                      <a:pPr algn="l" fontAlgn="b">
                        <a:buNone/>
                      </a:pPr>
                      <a:endParaRPr lang="en-US"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gridSpan="2">
                  <a:txBody>
                    <a:bodyPr/>
                    <a:lstStyle/>
                    <a:p>
                      <a:pPr algn="ctr" fontAlgn="b">
                        <a:buNone/>
                      </a:pPr>
                      <a:r>
                        <a:rPr lang="es-CO" sz="3300" b="0" i="0" u="none" strike="noStrike" dirty="0">
                          <a:solidFill>
                            <a:srgbClr val="000000"/>
                          </a:solidFill>
                          <a:effectLst/>
                          <a:latin typeface="Calibri" panose="020F0502020204030204" pitchFamily="34" charset="0"/>
                        </a:rPr>
                        <a:t>Operador</a:t>
                      </a:r>
                      <a:endParaRPr lang="es-CO" sz="5400" b="0" i="0" u="none" strike="noStrike" dirty="0">
                        <a:effectLst/>
                        <a:latin typeface="Arial" panose="020B0604020202020204" pitchFamily="34" charset="0"/>
                      </a:endParaRPr>
                    </a:p>
                  </a:txBody>
                  <a:tcPr marL="274320" marR="274320" marT="137160" marB="137160">
                    <a:lnL>
                      <a:noFill/>
                    </a:lnL>
                    <a:lnR>
                      <a:noFill/>
                    </a:lnR>
                    <a:lnT>
                      <a:noFill/>
                    </a:lnT>
                    <a:lnB>
                      <a:noFill/>
                    </a:lnB>
                    <a:noFill/>
                  </a:tcPr>
                </a:tc>
                <a:tc hMerge="1">
                  <a:txBody>
                    <a:bodyPr/>
                    <a:lstStyle/>
                    <a:p>
                      <a:endParaRPr lang="es-CO"/>
                    </a:p>
                  </a:txBody>
                  <a:tcPr/>
                </a:tc>
                <a:tc>
                  <a:txBody>
                    <a:bodyPr/>
                    <a:lstStyle/>
                    <a:p>
                      <a:pPr algn="l" fontAlgn="b">
                        <a:buNone/>
                      </a:pPr>
                      <a:endParaRPr lang="en-US"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l" fontAlgn="b">
                        <a:buNone/>
                      </a:pPr>
                      <a:endParaRPr lang="en-US"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l" fontAlgn="b">
                        <a:buNone/>
                      </a:pPr>
                      <a:endParaRPr lang="en-US" sz="5400" b="0" i="0" u="none" strike="noStrike" dirty="0">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l" fontAlgn="b">
                        <a:buNone/>
                      </a:pPr>
                      <a:endParaRPr lang="en-US"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extLst>
                  <a:ext uri="{0D108BD9-81ED-4DB2-BD59-A6C34878D82A}">
                    <a16:rowId xmlns:a16="http://schemas.microsoft.com/office/drawing/2014/main" val="1999350543"/>
                  </a:ext>
                </a:extLst>
              </a:tr>
              <a:tr h="641223">
                <a:tc>
                  <a:txBody>
                    <a:bodyPr/>
                    <a:lstStyle/>
                    <a:p>
                      <a:pPr algn="l" fontAlgn="b">
                        <a:buNone/>
                      </a:pPr>
                      <a:r>
                        <a:rPr lang="es-CO" sz="3300" b="0" i="0" u="none" strike="noStrike">
                          <a:solidFill>
                            <a:srgbClr val="000000"/>
                          </a:solidFill>
                          <a:effectLst/>
                          <a:latin typeface="Calibri" panose="020F0502020204030204" pitchFamily="34" charset="0"/>
                        </a:rPr>
                        <a:t>Máquina</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dirty="0">
                          <a:solidFill>
                            <a:srgbClr val="000000"/>
                          </a:solidFill>
                          <a:effectLst/>
                          <a:latin typeface="Calibri" panose="020F0502020204030204" pitchFamily="34" charset="0"/>
                        </a:rPr>
                        <a:t>1</a:t>
                      </a:r>
                      <a:endParaRPr lang="es-CO" sz="5400" b="0" i="0" u="none" strike="noStrike" dirty="0">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2</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3</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5</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6</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extLst>
                  <a:ext uri="{0D108BD9-81ED-4DB2-BD59-A6C34878D82A}">
                    <a16:rowId xmlns:a16="http://schemas.microsoft.com/office/drawing/2014/main" val="3438090740"/>
                  </a:ext>
                </a:extLst>
              </a:tr>
              <a:tr h="641223">
                <a:tc>
                  <a:txBody>
                    <a:bodyPr/>
                    <a:lstStyle/>
                    <a:p>
                      <a:pPr algn="r" fontAlgn="b">
                        <a:buNone/>
                      </a:pPr>
                      <a:r>
                        <a:rPr lang="es-CO" sz="3300" b="0" i="0" u="none" strike="noStrike">
                          <a:solidFill>
                            <a:srgbClr val="000000"/>
                          </a:solidFill>
                          <a:effectLst/>
                          <a:latin typeface="Calibri" panose="020F0502020204030204" pitchFamily="34" charset="0"/>
                        </a:rPr>
                        <a:t>1</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42.5</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39.3</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39.6</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39.9</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42.9</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43.6</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extLst>
                  <a:ext uri="{0D108BD9-81ED-4DB2-BD59-A6C34878D82A}">
                    <a16:rowId xmlns:a16="http://schemas.microsoft.com/office/drawing/2014/main" val="3587063598"/>
                  </a:ext>
                </a:extLst>
              </a:tr>
              <a:tr h="641223">
                <a:tc>
                  <a:txBody>
                    <a:bodyPr/>
                    <a:lstStyle/>
                    <a:p>
                      <a:pPr algn="r" fontAlgn="b">
                        <a:buNone/>
                      </a:pPr>
                      <a:r>
                        <a:rPr lang="es-CO" sz="3300" b="0" i="0" u="none" strike="noStrike">
                          <a:solidFill>
                            <a:srgbClr val="000000"/>
                          </a:solidFill>
                          <a:effectLst/>
                          <a:latin typeface="Calibri" panose="020F0502020204030204" pitchFamily="34" charset="0"/>
                        </a:rPr>
                        <a:t>2</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39.8</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40.1</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40.5</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42.3</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42.5</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43.1</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extLst>
                  <a:ext uri="{0D108BD9-81ED-4DB2-BD59-A6C34878D82A}">
                    <a16:rowId xmlns:a16="http://schemas.microsoft.com/office/drawing/2014/main" val="2229998773"/>
                  </a:ext>
                </a:extLst>
              </a:tr>
              <a:tr h="641223">
                <a:tc>
                  <a:txBody>
                    <a:bodyPr/>
                    <a:lstStyle/>
                    <a:p>
                      <a:pPr algn="r" fontAlgn="b">
                        <a:buNone/>
                      </a:pPr>
                      <a:r>
                        <a:rPr lang="es-CO" sz="3300" b="0" i="0" u="none" strike="noStrike">
                          <a:solidFill>
                            <a:srgbClr val="000000"/>
                          </a:solidFill>
                          <a:effectLst/>
                          <a:latin typeface="Calibri" panose="020F0502020204030204" pitchFamily="34" charset="0"/>
                        </a:rPr>
                        <a:t>3</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40.2</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40.5</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41.3</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43.4</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44.9</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45.1</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extLst>
                  <a:ext uri="{0D108BD9-81ED-4DB2-BD59-A6C34878D82A}">
                    <a16:rowId xmlns:a16="http://schemas.microsoft.com/office/drawing/2014/main" val="808481805"/>
                  </a:ext>
                </a:extLst>
              </a:tr>
              <a:tr h="641223">
                <a:tc>
                  <a:txBody>
                    <a:bodyPr/>
                    <a:lstStyle/>
                    <a:p>
                      <a:pPr algn="r" fontAlgn="b">
                        <a:buNone/>
                      </a:pPr>
                      <a:r>
                        <a:rPr lang="es-CO" sz="3300" b="0" i="0" u="none" strike="noStrike">
                          <a:solidFill>
                            <a:srgbClr val="000000"/>
                          </a:solidFill>
                          <a:effectLst/>
                          <a:latin typeface="Calibri" panose="020F0502020204030204" pitchFamily="34" charset="0"/>
                        </a:rPr>
                        <a:t>4</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41.3</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42.2</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43.5</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44.2</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a:solidFill>
                            <a:srgbClr val="000000"/>
                          </a:solidFill>
                          <a:effectLst/>
                          <a:latin typeface="Calibri" panose="020F0502020204030204" pitchFamily="34" charset="0"/>
                        </a:rPr>
                        <a:t>45.9</a:t>
                      </a:r>
                      <a:endParaRPr lang="es-CO" sz="5400" b="0" i="0" u="none" strike="noStrike">
                        <a:effectLst/>
                        <a:latin typeface="Arial" panose="020B0604020202020204" pitchFamily="34" charset="0"/>
                      </a:endParaRPr>
                    </a:p>
                  </a:txBody>
                  <a:tcPr marL="28575" marR="28575" marT="28575" marB="0" anchor="b">
                    <a:lnL>
                      <a:noFill/>
                    </a:lnL>
                    <a:lnR>
                      <a:noFill/>
                    </a:lnR>
                    <a:lnT>
                      <a:noFill/>
                    </a:lnT>
                    <a:lnB>
                      <a:noFill/>
                    </a:lnB>
                    <a:noFill/>
                  </a:tcPr>
                </a:tc>
                <a:tc>
                  <a:txBody>
                    <a:bodyPr/>
                    <a:lstStyle/>
                    <a:p>
                      <a:pPr algn="r" fontAlgn="b">
                        <a:buNone/>
                      </a:pPr>
                      <a:r>
                        <a:rPr lang="es-CO" sz="3300" b="0" i="0" u="none" strike="noStrike" dirty="0">
                          <a:solidFill>
                            <a:srgbClr val="000000"/>
                          </a:solidFill>
                          <a:effectLst/>
                          <a:latin typeface="Calibri" panose="020F0502020204030204" pitchFamily="34" charset="0"/>
                        </a:rPr>
                        <a:t>42.3</a:t>
                      </a:r>
                      <a:endParaRPr lang="es-CO" sz="5400" b="0" i="0" u="none" strike="noStrike" dirty="0">
                        <a:effectLst/>
                        <a:latin typeface="Arial" panose="020B0604020202020204" pitchFamily="34" charset="0"/>
                      </a:endParaRPr>
                    </a:p>
                  </a:txBody>
                  <a:tcPr marL="28575" marR="28575" marT="28575" marB="0" anchor="b">
                    <a:lnL>
                      <a:noFill/>
                    </a:lnL>
                    <a:lnR>
                      <a:noFill/>
                    </a:lnR>
                    <a:lnT>
                      <a:noFill/>
                    </a:lnT>
                    <a:lnB>
                      <a:noFill/>
                    </a:lnB>
                    <a:noFill/>
                  </a:tcPr>
                </a:tc>
                <a:extLst>
                  <a:ext uri="{0D108BD9-81ED-4DB2-BD59-A6C34878D82A}">
                    <a16:rowId xmlns:a16="http://schemas.microsoft.com/office/drawing/2014/main" val="1987368731"/>
                  </a:ext>
                </a:extLst>
              </a:tr>
            </a:tbl>
          </a:graphicData>
        </a:graphic>
      </p:graphicFrame>
    </p:spTree>
    <p:extLst>
      <p:ext uri="{BB962C8B-B14F-4D97-AF65-F5344CB8AC3E}">
        <p14:creationId xmlns:p14="http://schemas.microsoft.com/office/powerpoint/2010/main" val="2833123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6E3055-6E63-DDA2-1949-57DF70AB9D6A}"/>
              </a:ext>
            </a:extLst>
          </p:cNvPr>
          <p:cNvSpPr>
            <a:spLocks noGrp="1"/>
          </p:cNvSpPr>
          <p:nvPr>
            <p:ph type="title"/>
          </p:nvPr>
        </p:nvSpPr>
        <p:spPr/>
        <p:txBody>
          <a:bodyPr>
            <a:normAutofit/>
          </a:bodyPr>
          <a:lstStyle/>
          <a:p>
            <a:r>
              <a:rPr lang="en-US" sz="1800" b="0" i="0" u="none" strike="noStrike" baseline="0" dirty="0">
                <a:latin typeface="Myriad-Roman"/>
              </a:rPr>
              <a:t>Agami Reddy, Applied Data Analysis and Modeling for Energy Engineers and Scientists, 2011, Springer. </a:t>
            </a:r>
            <a:r>
              <a:rPr lang="en-US" sz="1800" dirty="0" err="1">
                <a:latin typeface="Myriad-Roman"/>
              </a:rPr>
              <a:t>Ejemplo</a:t>
            </a:r>
            <a:r>
              <a:rPr lang="en-US" sz="1800" dirty="0">
                <a:latin typeface="Myriad-Roman"/>
              </a:rPr>
              <a:t> </a:t>
            </a:r>
            <a:r>
              <a:rPr lang="en-US" sz="1800" dirty="0" err="1">
                <a:latin typeface="Myriad-Roman"/>
              </a:rPr>
              <a:t>página</a:t>
            </a:r>
            <a:r>
              <a:rPr lang="en-US" sz="1800" dirty="0">
                <a:latin typeface="Myriad-Roman"/>
              </a:rPr>
              <a:t> 204</a:t>
            </a:r>
            <a:r>
              <a:rPr lang="es-ES" dirty="0"/>
              <a:t>	</a:t>
            </a:r>
            <a:endParaRPr lang="es-CO" dirty="0"/>
          </a:p>
        </p:txBody>
      </p:sp>
      <p:sp>
        <p:nvSpPr>
          <p:cNvPr id="3" name="Marcador de contenido 2">
            <a:extLst>
              <a:ext uri="{FF2B5EF4-FFF2-40B4-BE49-F238E27FC236}">
                <a16:creationId xmlns:a16="http://schemas.microsoft.com/office/drawing/2014/main" id="{8529B54F-E7E2-AF71-F37D-C34BB0A35CC7}"/>
              </a:ext>
            </a:extLst>
          </p:cNvPr>
          <p:cNvSpPr>
            <a:spLocks noGrp="1"/>
          </p:cNvSpPr>
          <p:nvPr>
            <p:ph idx="1"/>
          </p:nvPr>
        </p:nvSpPr>
        <p:spPr/>
        <p:txBody>
          <a:bodyPr>
            <a:normAutofit fontScale="92500" lnSpcReduction="10000"/>
          </a:bodyPr>
          <a:lstStyle/>
          <a:p>
            <a:pPr marL="0" indent="0" algn="just">
              <a:buNone/>
            </a:pPr>
            <a:r>
              <a:rPr lang="es-ES" dirty="0"/>
              <a:t>La eficiencia térmica de los colectores solares térmicos disminuye a medida que aumenta su temperatura media de funcionamiento.</a:t>
            </a:r>
          </a:p>
          <a:p>
            <a:pPr marL="0" indent="0" algn="just">
              <a:buNone/>
            </a:pPr>
            <a:r>
              <a:rPr lang="es-ES" dirty="0"/>
              <a:t>Una de las maneras de mejorar el rendimiento térmico es utilizar superficies selectivas para las placas absorbentes, las cuales poseen la propiedad especial de que el coeficiente de absorción es alto para la radiación solar y bajo para las pérdidas de calor por radiación infrarroja. Se probaron dos colectores, uno sin superficie selectiva y otro con superficie selectiva, a cuatro temperaturas de funcionamiento diferentes, con una replicación r = 4. Los resultados experimentales de la eficiencia térmica en (%) se presentan en la tabla.</a:t>
            </a:r>
          </a:p>
          <a:p>
            <a:pPr marL="0" indent="0" algn="just">
              <a:buNone/>
            </a:pPr>
            <a:r>
              <a:rPr lang="es-ES" dirty="0"/>
              <a:t>Realice un análisis de varianza para comprobar la existencia de efectos principales y de interacción significativos.</a:t>
            </a:r>
            <a:endParaRPr lang="es-CO" dirty="0"/>
          </a:p>
        </p:txBody>
      </p:sp>
    </p:spTree>
    <p:extLst>
      <p:ext uri="{BB962C8B-B14F-4D97-AF65-F5344CB8AC3E}">
        <p14:creationId xmlns:p14="http://schemas.microsoft.com/office/powerpoint/2010/main" val="2302435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Marcador de contenido 3">
            <a:extLst>
              <a:ext uri="{FF2B5EF4-FFF2-40B4-BE49-F238E27FC236}">
                <a16:creationId xmlns:a16="http://schemas.microsoft.com/office/drawing/2014/main" id="{68091D2A-28BB-4C9F-D83F-963A3A58100B}"/>
              </a:ext>
            </a:extLst>
          </p:cNvPr>
          <p:cNvGraphicFramePr>
            <a:graphicFrameLocks noGrp="1"/>
          </p:cNvGraphicFramePr>
          <p:nvPr>
            <p:ph idx="1"/>
            <p:extLst>
              <p:ext uri="{D42A27DB-BD31-4B8C-83A1-F6EECF244321}">
                <p14:modId xmlns:p14="http://schemas.microsoft.com/office/powerpoint/2010/main" val="1945588182"/>
              </p:ext>
            </p:extLst>
          </p:nvPr>
        </p:nvGraphicFramePr>
        <p:xfrm>
          <a:off x="684193" y="643467"/>
          <a:ext cx="10823618" cy="5024796"/>
        </p:xfrm>
        <a:graphic>
          <a:graphicData uri="http://schemas.openxmlformats.org/drawingml/2006/table">
            <a:tbl>
              <a:tblPr/>
              <a:tblGrid>
                <a:gridCol w="2753951">
                  <a:extLst>
                    <a:ext uri="{9D8B030D-6E8A-4147-A177-3AD203B41FA5}">
                      <a16:colId xmlns:a16="http://schemas.microsoft.com/office/drawing/2014/main" val="2715010023"/>
                    </a:ext>
                  </a:extLst>
                </a:gridCol>
                <a:gridCol w="1042416">
                  <a:extLst>
                    <a:ext uri="{9D8B030D-6E8A-4147-A177-3AD203B41FA5}">
                      <a16:colId xmlns:a16="http://schemas.microsoft.com/office/drawing/2014/main" val="3635985949"/>
                    </a:ext>
                  </a:extLst>
                </a:gridCol>
                <a:gridCol w="1060704">
                  <a:extLst>
                    <a:ext uri="{9D8B030D-6E8A-4147-A177-3AD203B41FA5}">
                      <a16:colId xmlns:a16="http://schemas.microsoft.com/office/drawing/2014/main" val="2182191940"/>
                    </a:ext>
                  </a:extLst>
                </a:gridCol>
                <a:gridCol w="1078992">
                  <a:extLst>
                    <a:ext uri="{9D8B030D-6E8A-4147-A177-3AD203B41FA5}">
                      <a16:colId xmlns:a16="http://schemas.microsoft.com/office/drawing/2014/main" val="3426707754"/>
                    </a:ext>
                  </a:extLst>
                </a:gridCol>
                <a:gridCol w="986335">
                  <a:extLst>
                    <a:ext uri="{9D8B030D-6E8A-4147-A177-3AD203B41FA5}">
                      <a16:colId xmlns:a16="http://schemas.microsoft.com/office/drawing/2014/main" val="1525332185"/>
                    </a:ext>
                  </a:extLst>
                </a:gridCol>
                <a:gridCol w="975305">
                  <a:extLst>
                    <a:ext uri="{9D8B030D-6E8A-4147-A177-3AD203B41FA5}">
                      <a16:colId xmlns:a16="http://schemas.microsoft.com/office/drawing/2014/main" val="2103475157"/>
                    </a:ext>
                  </a:extLst>
                </a:gridCol>
                <a:gridCol w="975305">
                  <a:extLst>
                    <a:ext uri="{9D8B030D-6E8A-4147-A177-3AD203B41FA5}">
                      <a16:colId xmlns:a16="http://schemas.microsoft.com/office/drawing/2014/main" val="3877416855"/>
                    </a:ext>
                  </a:extLst>
                </a:gridCol>
                <a:gridCol w="975305">
                  <a:extLst>
                    <a:ext uri="{9D8B030D-6E8A-4147-A177-3AD203B41FA5}">
                      <a16:colId xmlns:a16="http://schemas.microsoft.com/office/drawing/2014/main" val="1928762816"/>
                    </a:ext>
                  </a:extLst>
                </a:gridCol>
                <a:gridCol w="975305">
                  <a:extLst>
                    <a:ext uri="{9D8B030D-6E8A-4147-A177-3AD203B41FA5}">
                      <a16:colId xmlns:a16="http://schemas.microsoft.com/office/drawing/2014/main" val="1725605253"/>
                    </a:ext>
                  </a:extLst>
                </a:gridCol>
              </a:tblGrid>
              <a:tr h="809427">
                <a:tc>
                  <a:txBody>
                    <a:bodyPr/>
                    <a:lstStyle/>
                    <a:p>
                      <a:pPr algn="l" fontAlgn="b">
                        <a:buNone/>
                      </a:pPr>
                      <a:endParaRPr lang="en-US" sz="4900" b="0" i="0" u="none" strike="noStrike">
                        <a:effectLst/>
                        <a:latin typeface="Arial" panose="020B0604020202020204" pitchFamily="34" charset="0"/>
                      </a:endParaRPr>
                    </a:p>
                  </a:txBody>
                  <a:tcPr marL="26077" marR="26077" marT="26077" marB="0" anchor="b">
                    <a:lnL>
                      <a:noFill/>
                    </a:lnL>
                    <a:lnR>
                      <a:noFill/>
                    </a:lnR>
                    <a:lnT>
                      <a:noFill/>
                    </a:lnT>
                    <a:lnB>
                      <a:noFill/>
                    </a:lnB>
                    <a:noFill/>
                  </a:tcPr>
                </a:tc>
                <a:tc gridSpan="8">
                  <a:txBody>
                    <a:bodyPr/>
                    <a:lstStyle/>
                    <a:p>
                      <a:pPr algn="l" fontAlgn="b">
                        <a:buNone/>
                      </a:pPr>
                      <a:r>
                        <a:rPr lang="es-CO" sz="3000" b="0" i="0" u="none" strike="noStrike" dirty="0">
                          <a:solidFill>
                            <a:srgbClr val="000000"/>
                          </a:solidFill>
                          <a:effectLst/>
                          <a:latin typeface="Calibri" panose="020F0502020204030204" pitchFamily="34" charset="0"/>
                        </a:rPr>
                        <a:t>Temperatura de operación promedio (C)</a:t>
                      </a:r>
                      <a:endParaRPr lang="es-CO" sz="4900" b="0" i="0" u="none" strike="noStrike" dirty="0">
                        <a:effectLst/>
                        <a:latin typeface="Arial" panose="020B0604020202020204" pitchFamily="34" charset="0"/>
                      </a:endParaRPr>
                    </a:p>
                  </a:txBody>
                  <a:tcPr marL="250338" marR="250338" marT="125169" marB="125169">
                    <a:lnL>
                      <a:noFill/>
                    </a:lnL>
                    <a:lnR>
                      <a:noFill/>
                    </a:lnR>
                    <a:lnT>
                      <a:noFill/>
                    </a:lnT>
                    <a:lnB>
                      <a:noFill/>
                    </a:lnB>
                    <a:no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626080116"/>
                  </a:ext>
                </a:extLst>
              </a:tr>
              <a:tr h="585166">
                <a:tc>
                  <a:txBody>
                    <a:bodyPr/>
                    <a:lstStyle/>
                    <a:p>
                      <a:pPr algn="l" fontAlgn="b">
                        <a:buNone/>
                      </a:pPr>
                      <a:endParaRPr lang="en-US" sz="4900" b="0" i="0" u="none" strike="noStrike">
                        <a:effectLst/>
                        <a:latin typeface="Arial" panose="020B0604020202020204" pitchFamily="34" charset="0"/>
                      </a:endParaRPr>
                    </a:p>
                  </a:txBody>
                  <a:tcPr marL="26077" marR="26077" marT="26077" marB="0" anchor="b">
                    <a:lnL>
                      <a:noFill/>
                    </a:lnL>
                    <a:lnR>
                      <a:noFill/>
                    </a:lnR>
                    <a:lnT>
                      <a:noFill/>
                    </a:lnT>
                    <a:lnB>
                      <a:noFill/>
                    </a:lnB>
                    <a:noFill/>
                  </a:tcPr>
                </a:tc>
                <a:tc>
                  <a:txBody>
                    <a:bodyPr/>
                    <a:lstStyle/>
                    <a:p>
                      <a:pPr algn="r" fontAlgn="b">
                        <a:buNone/>
                      </a:pPr>
                      <a:r>
                        <a:rPr lang="es-CO" sz="3000" b="0" i="0" u="none" strike="noStrike">
                          <a:solidFill>
                            <a:srgbClr val="000000"/>
                          </a:solidFill>
                          <a:effectLst/>
                          <a:latin typeface="Calibri" panose="020F0502020204030204" pitchFamily="34" charset="0"/>
                        </a:rPr>
                        <a:t>80</a:t>
                      </a:r>
                      <a:endParaRPr lang="es-CO" sz="4900" b="0" i="0" u="none" strike="noStrike">
                        <a:effectLst/>
                        <a:latin typeface="Arial" panose="020B0604020202020204" pitchFamily="34" charset="0"/>
                      </a:endParaRPr>
                    </a:p>
                  </a:txBody>
                  <a:tcPr marL="26077" marR="26077" marT="2607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4900" b="0" i="0" u="none" strike="noStrike">
                        <a:effectLst/>
                        <a:latin typeface="Arial" panose="020B0604020202020204" pitchFamily="34" charset="0"/>
                      </a:endParaRPr>
                    </a:p>
                  </a:txBody>
                  <a:tcPr marL="26077" marR="26077" marT="2607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s-CO" sz="3000" b="0" i="0" u="none" strike="noStrike">
                          <a:solidFill>
                            <a:srgbClr val="000000"/>
                          </a:solidFill>
                          <a:effectLst/>
                          <a:latin typeface="Calibri" panose="020F0502020204030204" pitchFamily="34" charset="0"/>
                        </a:rPr>
                        <a:t>70</a:t>
                      </a:r>
                      <a:endParaRPr lang="es-CO" sz="4900" b="0" i="0" u="none" strike="noStrike">
                        <a:effectLst/>
                        <a:latin typeface="Arial" panose="020B0604020202020204" pitchFamily="34" charset="0"/>
                      </a:endParaRPr>
                    </a:p>
                  </a:txBody>
                  <a:tcPr marL="26077" marR="26077" marT="2607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4900" b="0" i="0" u="none" strike="noStrike">
                        <a:effectLst/>
                        <a:latin typeface="Arial" panose="020B0604020202020204" pitchFamily="34" charset="0"/>
                      </a:endParaRPr>
                    </a:p>
                  </a:txBody>
                  <a:tcPr marL="26077" marR="26077" marT="2607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s-CO" sz="3000" b="0" i="0" u="none" strike="noStrike">
                          <a:solidFill>
                            <a:srgbClr val="000000"/>
                          </a:solidFill>
                          <a:effectLst/>
                          <a:latin typeface="Calibri" panose="020F0502020204030204" pitchFamily="34" charset="0"/>
                        </a:rPr>
                        <a:t>60</a:t>
                      </a:r>
                      <a:endParaRPr lang="es-CO" sz="4900" b="0" i="0" u="none" strike="noStrike">
                        <a:effectLst/>
                        <a:latin typeface="Arial" panose="020B0604020202020204" pitchFamily="34" charset="0"/>
                      </a:endParaRPr>
                    </a:p>
                  </a:txBody>
                  <a:tcPr marL="26077" marR="26077" marT="2607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4900" b="0" i="0" u="none" strike="noStrike">
                        <a:effectLst/>
                        <a:latin typeface="Arial" panose="020B0604020202020204" pitchFamily="34" charset="0"/>
                      </a:endParaRPr>
                    </a:p>
                  </a:txBody>
                  <a:tcPr marL="26077" marR="26077" marT="2607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s-CO" sz="3000" b="0" i="0" u="none" strike="noStrike">
                          <a:solidFill>
                            <a:srgbClr val="000000"/>
                          </a:solidFill>
                          <a:effectLst/>
                          <a:latin typeface="Calibri" panose="020F0502020204030204" pitchFamily="34" charset="0"/>
                        </a:rPr>
                        <a:t>50</a:t>
                      </a:r>
                      <a:endParaRPr lang="es-CO" sz="4900" b="0" i="0" u="none" strike="noStrike">
                        <a:effectLst/>
                        <a:latin typeface="Arial" panose="020B0604020202020204" pitchFamily="34" charset="0"/>
                      </a:endParaRPr>
                    </a:p>
                  </a:txBody>
                  <a:tcPr marL="26077" marR="26077" marT="2607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4900" b="0" i="0" u="none" strike="noStrike" dirty="0">
                        <a:effectLst/>
                        <a:latin typeface="Arial" panose="020B0604020202020204" pitchFamily="34" charset="0"/>
                      </a:endParaRPr>
                    </a:p>
                  </a:txBody>
                  <a:tcPr marL="26077" marR="26077" marT="26077"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6644475"/>
                  </a:ext>
                </a:extLst>
              </a:tr>
              <a:tr h="956381">
                <a:tc>
                  <a:txBody>
                    <a:bodyPr/>
                    <a:lstStyle/>
                    <a:p>
                      <a:pPr algn="l" fontAlgn="b">
                        <a:buNone/>
                      </a:pPr>
                      <a:r>
                        <a:rPr lang="es-CO" sz="3000" b="0" i="0" u="none" strike="noStrike" dirty="0">
                          <a:solidFill>
                            <a:srgbClr val="000000"/>
                          </a:solidFill>
                          <a:effectLst/>
                          <a:latin typeface="Calibri" panose="020F0502020204030204" pitchFamily="34" charset="0"/>
                        </a:rPr>
                        <a:t>Sin superficie selectiva</a:t>
                      </a:r>
                      <a:endParaRPr lang="es-CO" sz="4900" b="0" i="0" u="none" strike="noStrike" dirty="0">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s-CO" sz="3000" b="0" i="0" u="none" strike="noStrike" dirty="0">
                          <a:solidFill>
                            <a:srgbClr val="000000"/>
                          </a:solidFill>
                          <a:effectLst/>
                          <a:latin typeface="Calibri" panose="020F0502020204030204" pitchFamily="34" charset="0"/>
                        </a:rPr>
                        <a:t>28</a:t>
                      </a:r>
                      <a:endParaRPr lang="es-CO" sz="4900" b="0" i="0" u="none" strike="noStrike" dirty="0">
                        <a:effectLst/>
                        <a:latin typeface="Arial" panose="020B0604020202020204" pitchFamily="34" charset="0"/>
                      </a:endParaRPr>
                    </a:p>
                  </a:txBody>
                  <a:tcPr marL="26077" marR="26077" marT="26077"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s-CO" sz="3000" b="0" i="0" u="none" strike="noStrike" dirty="0">
                          <a:solidFill>
                            <a:srgbClr val="000000"/>
                          </a:solidFill>
                          <a:effectLst/>
                          <a:latin typeface="Calibri" panose="020F0502020204030204" pitchFamily="34" charset="0"/>
                        </a:rPr>
                        <a:t>29</a:t>
                      </a:r>
                      <a:endParaRPr lang="es-CO" sz="4900" b="0" i="0" u="none" strike="noStrike" dirty="0">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s-CO" sz="3000" b="0" i="0" u="none" strike="noStrike">
                          <a:solidFill>
                            <a:srgbClr val="000000"/>
                          </a:solidFill>
                          <a:effectLst/>
                          <a:latin typeface="Calibri" panose="020F0502020204030204" pitchFamily="34" charset="0"/>
                        </a:rPr>
                        <a:t>34</a:t>
                      </a:r>
                      <a:endParaRPr lang="es-CO" sz="4900" b="0" i="0" u="none" strike="noStrike">
                        <a:effectLst/>
                        <a:latin typeface="Arial" panose="020B0604020202020204" pitchFamily="34" charset="0"/>
                      </a:endParaRPr>
                    </a:p>
                  </a:txBody>
                  <a:tcPr marL="26077" marR="26077" marT="26077"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s-CO" sz="3000" b="0" i="0" u="none" strike="noStrike" dirty="0">
                          <a:solidFill>
                            <a:srgbClr val="000000"/>
                          </a:solidFill>
                          <a:effectLst/>
                          <a:latin typeface="Calibri" panose="020F0502020204030204" pitchFamily="34" charset="0"/>
                        </a:rPr>
                        <a:t>33</a:t>
                      </a:r>
                      <a:endParaRPr lang="es-CO" sz="4900" b="0" i="0" u="none" strike="noStrike" dirty="0">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s-CO" sz="3000" b="0" i="0" u="none" strike="noStrike">
                          <a:solidFill>
                            <a:srgbClr val="000000"/>
                          </a:solidFill>
                          <a:effectLst/>
                          <a:latin typeface="Calibri" panose="020F0502020204030204" pitchFamily="34" charset="0"/>
                        </a:rPr>
                        <a:t>38</a:t>
                      </a:r>
                      <a:endParaRPr lang="es-CO" sz="4900" b="0" i="0" u="none" strike="noStrike">
                        <a:effectLst/>
                        <a:latin typeface="Arial" panose="020B0604020202020204" pitchFamily="34" charset="0"/>
                      </a:endParaRPr>
                    </a:p>
                  </a:txBody>
                  <a:tcPr marL="26077" marR="26077" marT="26077"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s-CO" sz="3000" b="0" i="0" u="none" strike="noStrike">
                          <a:solidFill>
                            <a:srgbClr val="000000"/>
                          </a:solidFill>
                          <a:effectLst/>
                          <a:latin typeface="Calibri" panose="020F0502020204030204" pitchFamily="34" charset="0"/>
                        </a:rPr>
                        <a:t>39</a:t>
                      </a:r>
                      <a:endParaRPr lang="es-CO" sz="4900" b="0" i="0" u="none" strike="noStrike">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s-CO" sz="3000" b="0" i="0" u="none" strike="noStrike">
                          <a:solidFill>
                            <a:srgbClr val="000000"/>
                          </a:solidFill>
                          <a:effectLst/>
                          <a:latin typeface="Calibri" panose="020F0502020204030204" pitchFamily="34" charset="0"/>
                        </a:rPr>
                        <a:t>40</a:t>
                      </a:r>
                      <a:endParaRPr lang="es-CO" sz="4900" b="0" i="0" u="none" strike="noStrike">
                        <a:effectLst/>
                        <a:latin typeface="Arial" panose="020B0604020202020204" pitchFamily="34" charset="0"/>
                      </a:endParaRPr>
                    </a:p>
                  </a:txBody>
                  <a:tcPr marL="26077" marR="26077" marT="26077"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s-CO" sz="3000" b="0" i="0" u="none" strike="noStrike">
                          <a:solidFill>
                            <a:srgbClr val="000000"/>
                          </a:solidFill>
                          <a:effectLst/>
                          <a:latin typeface="Calibri" panose="020F0502020204030204" pitchFamily="34" charset="0"/>
                        </a:rPr>
                        <a:t>42</a:t>
                      </a:r>
                      <a:endParaRPr lang="es-CO" sz="4900" b="0" i="0" u="none" strike="noStrike">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650670965"/>
                  </a:ext>
                </a:extLst>
              </a:tr>
              <a:tr h="0">
                <a:tc>
                  <a:txBody>
                    <a:bodyPr/>
                    <a:lstStyle/>
                    <a:p>
                      <a:pPr algn="l" fontAlgn="b">
                        <a:buNone/>
                      </a:pPr>
                      <a:endParaRPr lang="en-US" sz="4900" b="0" i="0" u="none" strike="noStrike" dirty="0">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s-CO" sz="3000" b="0" i="0" u="none" strike="noStrike">
                          <a:solidFill>
                            <a:srgbClr val="000000"/>
                          </a:solidFill>
                          <a:effectLst/>
                          <a:latin typeface="Calibri" panose="020F0502020204030204" pitchFamily="34" charset="0"/>
                        </a:rPr>
                        <a:t>31</a:t>
                      </a:r>
                      <a:endParaRPr lang="es-CO" sz="4900" b="0" i="0" u="none" strike="noStrike">
                        <a:effectLst/>
                        <a:latin typeface="Arial" panose="020B0604020202020204" pitchFamily="34" charset="0"/>
                      </a:endParaRPr>
                    </a:p>
                  </a:txBody>
                  <a:tcPr marL="26077" marR="26077" marT="26077"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s-CO" sz="3000" b="0" i="0" u="none" strike="noStrike" dirty="0">
                          <a:solidFill>
                            <a:srgbClr val="000000"/>
                          </a:solidFill>
                          <a:effectLst/>
                          <a:latin typeface="Calibri" panose="020F0502020204030204" pitchFamily="34" charset="0"/>
                        </a:rPr>
                        <a:t>32</a:t>
                      </a:r>
                      <a:endParaRPr lang="es-CO" sz="4900" b="0" i="0" u="none" strike="noStrike" dirty="0">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s-CO" sz="3000" b="0" i="0" u="none" strike="noStrike">
                          <a:solidFill>
                            <a:srgbClr val="000000"/>
                          </a:solidFill>
                          <a:effectLst/>
                          <a:latin typeface="Calibri" panose="020F0502020204030204" pitchFamily="34" charset="0"/>
                        </a:rPr>
                        <a:t>35</a:t>
                      </a:r>
                      <a:endParaRPr lang="es-CO" sz="4900" b="0" i="0" u="none" strike="noStrike">
                        <a:effectLst/>
                        <a:latin typeface="Arial" panose="020B0604020202020204" pitchFamily="34" charset="0"/>
                      </a:endParaRPr>
                    </a:p>
                  </a:txBody>
                  <a:tcPr marL="26077" marR="26077" marT="26077"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s-CO" sz="3000" b="0" i="0" u="none" strike="noStrike" dirty="0">
                          <a:solidFill>
                            <a:srgbClr val="000000"/>
                          </a:solidFill>
                          <a:effectLst/>
                          <a:latin typeface="Calibri" panose="020F0502020204030204" pitchFamily="34" charset="0"/>
                        </a:rPr>
                        <a:t>34</a:t>
                      </a:r>
                      <a:endParaRPr lang="es-CO" sz="4900" b="0" i="0" u="none" strike="noStrike" dirty="0">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s-CO" sz="3000" b="0" i="0" u="none" strike="noStrike">
                          <a:solidFill>
                            <a:srgbClr val="000000"/>
                          </a:solidFill>
                          <a:effectLst/>
                          <a:latin typeface="Calibri" panose="020F0502020204030204" pitchFamily="34" charset="0"/>
                        </a:rPr>
                        <a:t>41</a:t>
                      </a:r>
                      <a:endParaRPr lang="es-CO" sz="4900" b="0" i="0" u="none" strike="noStrike">
                        <a:effectLst/>
                        <a:latin typeface="Arial" panose="020B0604020202020204" pitchFamily="34" charset="0"/>
                      </a:endParaRPr>
                    </a:p>
                  </a:txBody>
                  <a:tcPr marL="26077" marR="26077" marT="26077"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s-CO" sz="3000" b="0" i="0" u="none" strike="noStrike">
                          <a:solidFill>
                            <a:srgbClr val="000000"/>
                          </a:solidFill>
                          <a:effectLst/>
                          <a:latin typeface="Calibri" panose="020F0502020204030204" pitchFamily="34" charset="0"/>
                        </a:rPr>
                        <a:t>38</a:t>
                      </a:r>
                      <a:endParaRPr lang="es-CO" sz="4900" b="0" i="0" u="none" strike="noStrike">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s-CO" sz="3000" b="0" i="0" u="none" strike="noStrike">
                          <a:solidFill>
                            <a:srgbClr val="000000"/>
                          </a:solidFill>
                          <a:effectLst/>
                          <a:latin typeface="Calibri" panose="020F0502020204030204" pitchFamily="34" charset="0"/>
                        </a:rPr>
                        <a:t>41</a:t>
                      </a:r>
                      <a:endParaRPr lang="es-CO" sz="4900" b="0" i="0" u="none" strike="noStrike">
                        <a:effectLst/>
                        <a:latin typeface="Arial" panose="020B0604020202020204" pitchFamily="34" charset="0"/>
                      </a:endParaRPr>
                    </a:p>
                  </a:txBody>
                  <a:tcPr marL="26077" marR="26077" marT="26077"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s-CO" sz="3000" b="0" i="0" u="none" strike="noStrike">
                          <a:solidFill>
                            <a:srgbClr val="000000"/>
                          </a:solidFill>
                          <a:effectLst/>
                          <a:latin typeface="Calibri" panose="020F0502020204030204" pitchFamily="34" charset="0"/>
                        </a:rPr>
                        <a:t>41</a:t>
                      </a:r>
                      <a:endParaRPr lang="es-CO" sz="4900" b="0" i="0" u="none" strike="noStrike">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2752312"/>
                  </a:ext>
                </a:extLst>
              </a:tr>
              <a:tr h="0">
                <a:tc>
                  <a:txBody>
                    <a:bodyPr/>
                    <a:lstStyle/>
                    <a:p>
                      <a:pPr algn="l" fontAlgn="b">
                        <a:buNone/>
                      </a:pPr>
                      <a:r>
                        <a:rPr lang="es-CO" sz="3000" b="0" i="0" u="none" strike="noStrike" dirty="0">
                          <a:solidFill>
                            <a:srgbClr val="000000"/>
                          </a:solidFill>
                          <a:effectLst/>
                          <a:latin typeface="Calibri" panose="020F0502020204030204" pitchFamily="34" charset="0"/>
                        </a:rPr>
                        <a:t>Con superficie selectiva</a:t>
                      </a:r>
                      <a:endParaRPr lang="es-CO" sz="4900" b="0" i="0" u="none" strike="noStrike" dirty="0">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s-CO" sz="3000" b="0" i="0" u="none" strike="noStrike" dirty="0">
                          <a:solidFill>
                            <a:srgbClr val="000000"/>
                          </a:solidFill>
                          <a:effectLst/>
                          <a:latin typeface="Calibri" panose="020F0502020204030204" pitchFamily="34" charset="0"/>
                        </a:rPr>
                        <a:t>33</a:t>
                      </a:r>
                      <a:endParaRPr lang="es-CO" sz="4900" b="0" i="0" u="none" strike="noStrike" dirty="0">
                        <a:effectLst/>
                        <a:latin typeface="Arial" panose="020B0604020202020204" pitchFamily="34" charset="0"/>
                      </a:endParaRPr>
                    </a:p>
                  </a:txBody>
                  <a:tcPr marL="26077" marR="26077" marT="26077"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s-CO" sz="3000" b="0" i="0" u="none" strike="noStrike" dirty="0">
                          <a:solidFill>
                            <a:srgbClr val="000000"/>
                          </a:solidFill>
                          <a:effectLst/>
                          <a:latin typeface="Calibri" panose="020F0502020204030204" pitchFamily="34" charset="0"/>
                        </a:rPr>
                        <a:t>36</a:t>
                      </a:r>
                      <a:endParaRPr lang="es-CO" sz="4900" b="0" i="0" u="none" strike="noStrike" dirty="0">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s-CO" sz="3000" b="0" i="0" u="none" strike="noStrike">
                          <a:solidFill>
                            <a:srgbClr val="000000"/>
                          </a:solidFill>
                          <a:effectLst/>
                          <a:latin typeface="Calibri" panose="020F0502020204030204" pitchFamily="34" charset="0"/>
                        </a:rPr>
                        <a:t>38</a:t>
                      </a:r>
                      <a:endParaRPr lang="es-CO" sz="4900" b="0" i="0" u="none" strike="noStrike">
                        <a:effectLst/>
                        <a:latin typeface="Arial" panose="020B0604020202020204" pitchFamily="34" charset="0"/>
                      </a:endParaRPr>
                    </a:p>
                  </a:txBody>
                  <a:tcPr marL="26077" marR="26077" marT="26077"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s-CO" sz="3000" b="0" i="0" u="none" strike="noStrike" dirty="0">
                          <a:solidFill>
                            <a:srgbClr val="000000"/>
                          </a:solidFill>
                          <a:effectLst/>
                          <a:latin typeface="Calibri" panose="020F0502020204030204" pitchFamily="34" charset="0"/>
                        </a:rPr>
                        <a:t>38</a:t>
                      </a:r>
                      <a:endParaRPr lang="es-CO" sz="4900" b="0" i="0" u="none" strike="noStrike" dirty="0">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s-CO" sz="3000" b="0" i="0" u="none" strike="noStrike" dirty="0">
                          <a:solidFill>
                            <a:srgbClr val="000000"/>
                          </a:solidFill>
                          <a:effectLst/>
                          <a:latin typeface="Calibri" panose="020F0502020204030204" pitchFamily="34" charset="0"/>
                        </a:rPr>
                        <a:t>41</a:t>
                      </a:r>
                      <a:endParaRPr lang="es-CO" sz="4900" b="0" i="0" u="none" strike="noStrike" dirty="0">
                        <a:effectLst/>
                        <a:latin typeface="Arial" panose="020B0604020202020204" pitchFamily="34" charset="0"/>
                      </a:endParaRPr>
                    </a:p>
                  </a:txBody>
                  <a:tcPr marL="26077" marR="26077" marT="26077"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s-CO" sz="3000" b="0" i="0" u="none" strike="noStrike" dirty="0">
                          <a:solidFill>
                            <a:srgbClr val="000000"/>
                          </a:solidFill>
                          <a:effectLst/>
                          <a:latin typeface="Calibri" panose="020F0502020204030204" pitchFamily="34" charset="0"/>
                        </a:rPr>
                        <a:t>40</a:t>
                      </a:r>
                      <a:endParaRPr lang="es-CO" sz="4900" b="0" i="0" u="none" strike="noStrike" dirty="0">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s-CO" sz="3000" b="0" i="0" u="none" strike="noStrike" dirty="0">
                          <a:solidFill>
                            <a:srgbClr val="000000"/>
                          </a:solidFill>
                          <a:effectLst/>
                          <a:latin typeface="Calibri" panose="020F0502020204030204" pitchFamily="34" charset="0"/>
                        </a:rPr>
                        <a:t>43</a:t>
                      </a:r>
                      <a:endParaRPr lang="es-CO" sz="4900" b="0" i="0" u="none" strike="noStrike" dirty="0">
                        <a:effectLst/>
                        <a:latin typeface="Arial" panose="020B0604020202020204" pitchFamily="34" charset="0"/>
                      </a:endParaRPr>
                    </a:p>
                  </a:txBody>
                  <a:tcPr marL="26077" marR="26077" marT="26077"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s-CO" sz="3000" b="0" i="0" u="none" strike="noStrike" dirty="0">
                          <a:solidFill>
                            <a:srgbClr val="000000"/>
                          </a:solidFill>
                          <a:effectLst/>
                          <a:latin typeface="Calibri" panose="020F0502020204030204" pitchFamily="34" charset="0"/>
                        </a:rPr>
                        <a:t>45</a:t>
                      </a:r>
                      <a:endParaRPr lang="es-CO" sz="4900" b="0" i="0" u="none" strike="noStrike" dirty="0">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573561917"/>
                  </a:ext>
                </a:extLst>
              </a:tr>
              <a:tr h="585166">
                <a:tc>
                  <a:txBody>
                    <a:bodyPr/>
                    <a:lstStyle/>
                    <a:p>
                      <a:pPr algn="l" fontAlgn="b">
                        <a:buNone/>
                      </a:pPr>
                      <a:endParaRPr lang="en-US" sz="4900" b="0" i="0" u="none" strike="noStrike">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s-CO" sz="3000" b="0" i="0" u="none" strike="noStrike">
                          <a:solidFill>
                            <a:srgbClr val="000000"/>
                          </a:solidFill>
                          <a:effectLst/>
                          <a:latin typeface="Calibri" panose="020F0502020204030204" pitchFamily="34" charset="0"/>
                        </a:rPr>
                        <a:t>33</a:t>
                      </a:r>
                      <a:endParaRPr lang="es-CO" sz="4900" b="0" i="0" u="none" strike="noStrike">
                        <a:effectLst/>
                        <a:latin typeface="Arial" panose="020B0604020202020204" pitchFamily="34" charset="0"/>
                      </a:endParaRPr>
                    </a:p>
                  </a:txBody>
                  <a:tcPr marL="26077" marR="26077" marT="26077"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s-CO" sz="3000" b="0" i="0" u="none" strike="noStrike" dirty="0">
                          <a:solidFill>
                            <a:srgbClr val="000000"/>
                          </a:solidFill>
                          <a:effectLst/>
                          <a:latin typeface="Calibri" panose="020F0502020204030204" pitchFamily="34" charset="0"/>
                        </a:rPr>
                        <a:t>34</a:t>
                      </a:r>
                      <a:endParaRPr lang="es-CO" sz="4900" b="0" i="0" u="none" strike="noStrike" dirty="0">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s-CO" sz="3000" b="0" i="0" u="none" strike="noStrike">
                          <a:solidFill>
                            <a:srgbClr val="000000"/>
                          </a:solidFill>
                          <a:effectLst/>
                          <a:latin typeface="Calibri" panose="020F0502020204030204" pitchFamily="34" charset="0"/>
                        </a:rPr>
                        <a:t>36</a:t>
                      </a:r>
                      <a:endParaRPr lang="es-CO" sz="4900" b="0" i="0" u="none" strike="noStrike">
                        <a:effectLst/>
                        <a:latin typeface="Arial" panose="020B0604020202020204" pitchFamily="34" charset="0"/>
                      </a:endParaRPr>
                    </a:p>
                  </a:txBody>
                  <a:tcPr marL="26077" marR="26077" marT="26077"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s-CO" sz="3000" b="0" i="0" u="none" strike="noStrike">
                          <a:solidFill>
                            <a:srgbClr val="000000"/>
                          </a:solidFill>
                          <a:effectLst/>
                          <a:latin typeface="Calibri" panose="020F0502020204030204" pitchFamily="34" charset="0"/>
                        </a:rPr>
                        <a:t>35</a:t>
                      </a:r>
                      <a:endParaRPr lang="es-CO" sz="4900" b="0" i="0" u="none" strike="noStrike">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s-CO" sz="3000" b="0" i="0" u="none" strike="noStrike">
                          <a:solidFill>
                            <a:srgbClr val="000000"/>
                          </a:solidFill>
                          <a:effectLst/>
                          <a:latin typeface="Calibri" panose="020F0502020204030204" pitchFamily="34" charset="0"/>
                        </a:rPr>
                        <a:t>43</a:t>
                      </a:r>
                      <a:endParaRPr lang="es-CO" sz="4900" b="0" i="0" u="none" strike="noStrike">
                        <a:effectLst/>
                        <a:latin typeface="Arial" panose="020B0604020202020204" pitchFamily="34" charset="0"/>
                      </a:endParaRPr>
                    </a:p>
                  </a:txBody>
                  <a:tcPr marL="26077" marR="26077" marT="26077"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s-CO" sz="3000" b="0" i="0" u="none" strike="noStrike">
                          <a:solidFill>
                            <a:srgbClr val="000000"/>
                          </a:solidFill>
                          <a:effectLst/>
                          <a:latin typeface="Calibri" panose="020F0502020204030204" pitchFamily="34" charset="0"/>
                        </a:rPr>
                        <a:t>42</a:t>
                      </a:r>
                      <a:endParaRPr lang="es-CO" sz="4900" b="0" i="0" u="none" strike="noStrike">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s-CO" sz="3000" b="0" i="0" u="none" strike="noStrike">
                          <a:solidFill>
                            <a:srgbClr val="000000"/>
                          </a:solidFill>
                          <a:effectLst/>
                          <a:latin typeface="Calibri" panose="020F0502020204030204" pitchFamily="34" charset="0"/>
                        </a:rPr>
                        <a:t>44</a:t>
                      </a:r>
                      <a:endParaRPr lang="es-CO" sz="4900" b="0" i="0" u="none" strike="noStrike">
                        <a:effectLst/>
                        <a:latin typeface="Arial" panose="020B0604020202020204" pitchFamily="34" charset="0"/>
                      </a:endParaRPr>
                    </a:p>
                  </a:txBody>
                  <a:tcPr marL="26077" marR="26077" marT="26077"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s-CO" sz="3000" b="0" i="0" u="none" strike="noStrike" dirty="0">
                          <a:solidFill>
                            <a:srgbClr val="000000"/>
                          </a:solidFill>
                          <a:effectLst/>
                          <a:latin typeface="Calibri" panose="020F0502020204030204" pitchFamily="34" charset="0"/>
                        </a:rPr>
                        <a:t>45</a:t>
                      </a:r>
                      <a:endParaRPr lang="es-CO" sz="4900" b="0" i="0" u="none" strike="noStrike" dirty="0">
                        <a:effectLst/>
                        <a:latin typeface="Arial" panose="020B0604020202020204" pitchFamily="34" charset="0"/>
                      </a:endParaRPr>
                    </a:p>
                  </a:txBody>
                  <a:tcPr marL="26077" marR="26077" marT="26077"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3290938"/>
                  </a:ext>
                </a:extLst>
              </a:tr>
            </a:tbl>
          </a:graphicData>
        </a:graphic>
      </p:graphicFrame>
    </p:spTree>
    <p:extLst>
      <p:ext uri="{BB962C8B-B14F-4D97-AF65-F5344CB8AC3E}">
        <p14:creationId xmlns:p14="http://schemas.microsoft.com/office/powerpoint/2010/main" val="331546003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TotalTime>
  <Words>384</Words>
  <Application>Microsoft Office PowerPoint</Application>
  <PresentationFormat>Panorámica</PresentationFormat>
  <Paragraphs>82</Paragraphs>
  <Slides>4</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vt:i4>
      </vt:variant>
    </vt:vector>
  </HeadingPairs>
  <TitlesOfParts>
    <vt:vector size="10" baseType="lpstr">
      <vt:lpstr>Aptos</vt:lpstr>
      <vt:lpstr>Aptos Display</vt:lpstr>
      <vt:lpstr>Arial</vt:lpstr>
      <vt:lpstr>Calibri</vt:lpstr>
      <vt:lpstr>Myriad-Roman</vt:lpstr>
      <vt:lpstr>Tema de Office</vt:lpstr>
      <vt:lpstr>Agami Reddy, Applied Data Analysis and Modeling for Energy Engineers and Scientists, 2011, Springer. Ejemplo página 189</vt:lpstr>
      <vt:lpstr>Agami Reddy, Applied Data Analysis and Modeling for Energy Engineers and Scientists, 2011, Springer. Ejemplo página 189</vt:lpstr>
      <vt:lpstr>Agami Reddy, Applied Data Analysis and Modeling for Energy Engineers and Scientists, 2011, Springer. Ejemplo página 204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Agami Reddy, Applied Data Analysis and Modeling for Energy Engineers and Scientists, 2011, Springer. Ejemplo página 189</dc:title>
  <dc:creator>DANIEL ADYRO MARTINEZ BELLO</dc:creator>
  <cp:lastModifiedBy>DANIEL ADYRO MARTINEZ BELLO</cp:lastModifiedBy>
  <cp:revision>2</cp:revision>
  <dcterms:created xsi:type="dcterms:W3CDTF">2026-05-23T02:06:30Z</dcterms:created>
  <dcterms:modified xsi:type="dcterms:W3CDTF">2026-05-23T03:05:36Z</dcterms:modified>
</cp:coreProperties>
</file>